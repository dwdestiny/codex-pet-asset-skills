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/Users/dw/Desktop/codex-visual-asset-skills/effect-tests/style-library-v1/assets/background-minimal-premi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3840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RESEARCH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658368" y="658368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AI 应用趋势调研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94944" y="142646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董事会简报样张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49808" y="1920240"/>
            <a:ext cx="4251960" cy="0"/>
          </a:xfrm>
          <a:prstGeom prst="line">
            <a:avLst/>
          </a:prstGeom>
          <a:noFill/>
          <a:ln w="15240">
            <a:solidFill>
              <a:srgbClr val="050505">
                <a:alpha val="65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36208" y="1115568"/>
            <a:ext cx="0" cy="4498848"/>
          </a:xfrm>
          <a:prstGeom prst="line">
            <a:avLst/>
          </a:prstGeom>
          <a:noFill/>
          <a:ln w="12700">
            <a:solidFill>
              <a:srgbClr val="A7A7A7">
                <a:alpha val="5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21031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核心结论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49808" y="2606040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应用正在从工具采购转向流程重构，真正的价值来自业务场景、数据闭环和组织协同。</a:t>
            </a:r>
            <a:endParaRPr lang="en-US" sz="1040" dirty="0"/>
          </a:p>
        </p:txBody>
      </p:sp>
      <p:sp>
        <p:nvSpPr>
          <p:cNvPr id="11" name="Shape 8"/>
          <p:cNvSpPr/>
          <p:nvPr/>
        </p:nvSpPr>
        <p:spPr>
          <a:xfrm>
            <a:off x="768096" y="3401568"/>
            <a:ext cx="73152" cy="73152"/>
          </a:xfrm>
          <a:prstGeom prst="ellipse">
            <a:avLst/>
          </a:prstGeom>
          <a:solidFill>
            <a:srgbClr val="05050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32688" y="3346704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从单点工具进入流程级改造</a:t>
            </a:r>
            <a:endParaRPr lang="en-US" sz="820" dirty="0"/>
          </a:p>
        </p:txBody>
      </p:sp>
      <p:sp>
        <p:nvSpPr>
          <p:cNvPr id="13" name="Shape 10"/>
          <p:cNvSpPr/>
          <p:nvPr/>
        </p:nvSpPr>
        <p:spPr>
          <a:xfrm>
            <a:off x="768096" y="3694176"/>
            <a:ext cx="73152" cy="73152"/>
          </a:xfrm>
          <a:prstGeom prst="ellipse">
            <a:avLst/>
          </a:prstGeom>
          <a:solidFill>
            <a:srgbClr val="4A4A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32688" y="3639312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高频知识工作先出现回报</a:t>
            </a:r>
            <a:endParaRPr lang="en-US" sz="820" dirty="0"/>
          </a:p>
        </p:txBody>
      </p:sp>
      <p:sp>
        <p:nvSpPr>
          <p:cNvPr id="15" name="Shape 12"/>
          <p:cNvSpPr/>
          <p:nvPr/>
        </p:nvSpPr>
        <p:spPr>
          <a:xfrm>
            <a:off x="768096" y="3986784"/>
            <a:ext cx="73152" cy="73152"/>
          </a:xfrm>
          <a:prstGeom prst="ellipse">
            <a:avLst/>
          </a:prstGeom>
          <a:solidFill>
            <a:srgbClr val="05050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32688" y="3931920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治理和复用能力决定放大速度</a:t>
            </a:r>
            <a:endParaRPr lang="en-US" sz="820" dirty="0"/>
          </a:p>
        </p:txBody>
      </p:sp>
      <p:sp>
        <p:nvSpPr>
          <p:cNvPr id="17" name="Shape 14"/>
          <p:cNvSpPr/>
          <p:nvPr/>
        </p:nvSpPr>
        <p:spPr>
          <a:xfrm>
            <a:off x="749808" y="4956048"/>
            <a:ext cx="530352" cy="0"/>
          </a:xfrm>
          <a:prstGeom prst="line">
            <a:avLst/>
          </a:prstGeom>
          <a:noFill/>
          <a:ln w="25400">
            <a:solidFill>
              <a:srgbClr val="050505">
                <a:alpha val="78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9808" y="5084064"/>
            <a:ext cx="1511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41%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49808" y="5449824"/>
            <a:ext cx="1511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流程级改造占比</a:t>
            </a:r>
            <a:endParaRPr lang="en-US" sz="720" dirty="0"/>
          </a:p>
        </p:txBody>
      </p:sp>
      <p:sp>
        <p:nvSpPr>
          <p:cNvPr id="20" name="Shape 17"/>
          <p:cNvSpPr/>
          <p:nvPr/>
        </p:nvSpPr>
        <p:spPr>
          <a:xfrm>
            <a:off x="2426208" y="4956048"/>
            <a:ext cx="530352" cy="0"/>
          </a:xfrm>
          <a:prstGeom prst="line">
            <a:avLst/>
          </a:prstGeom>
          <a:noFill/>
          <a:ln w="25400">
            <a:solidFill>
              <a:srgbClr val="4A4A4A">
                <a:alpha val="78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426208" y="5084064"/>
            <a:ext cx="1511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18周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2426208" y="5449824"/>
            <a:ext cx="1511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组织落地周期</a:t>
            </a:r>
            <a:endParaRPr lang="en-US" sz="720" dirty="0"/>
          </a:p>
        </p:txBody>
      </p:sp>
      <p:sp>
        <p:nvSpPr>
          <p:cNvPr id="23" name="Shape 20"/>
          <p:cNvSpPr/>
          <p:nvPr/>
        </p:nvSpPr>
        <p:spPr>
          <a:xfrm>
            <a:off x="4102608" y="4956048"/>
            <a:ext cx="530352" cy="0"/>
          </a:xfrm>
          <a:prstGeom prst="line">
            <a:avLst/>
          </a:prstGeom>
          <a:noFill/>
          <a:ln w="25400">
            <a:solidFill>
              <a:srgbClr val="050505">
                <a:alpha val="78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102608" y="5084064"/>
            <a:ext cx="1511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4102608" y="5449824"/>
            <a:ext cx="1511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预算重排窗口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6611112" y="14447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趋势指数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611112" y="1828800"/>
            <a:ext cx="3977640" cy="0"/>
          </a:xfrm>
          <a:prstGeom prst="line">
            <a:avLst/>
          </a:prstGeom>
          <a:noFill/>
          <a:ln w="15240">
            <a:solidFill>
              <a:srgbClr val="050505">
                <a:alpha val="65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537960" y="4791456"/>
            <a:ext cx="3977640" cy="0"/>
          </a:xfrm>
          <a:prstGeom prst="line">
            <a:avLst/>
          </a:prstGeom>
          <a:noFill/>
          <a:ln w="12700">
            <a:solidFill>
              <a:srgbClr val="A7A7A7">
                <a:alpha val="70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739128" y="3700760"/>
            <a:ext cx="742950" cy="1090696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702552" y="4919472"/>
            <a:ext cx="8161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</a:t>
            </a:r>
            <a:endParaRPr lang="en-US" sz="680" dirty="0"/>
          </a:p>
        </p:txBody>
      </p:sp>
      <p:sp>
        <p:nvSpPr>
          <p:cNvPr id="31" name="Shape 28"/>
          <p:cNvSpPr/>
          <p:nvPr/>
        </p:nvSpPr>
        <p:spPr>
          <a:xfrm>
            <a:off x="7683246" y="3129443"/>
            <a:ext cx="742950" cy="1662013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646670" y="4919472"/>
            <a:ext cx="8161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</a:t>
            </a:r>
            <a:endParaRPr lang="en-US" sz="680" dirty="0"/>
          </a:p>
        </p:txBody>
      </p:sp>
      <p:sp>
        <p:nvSpPr>
          <p:cNvPr id="33" name="Shape 30"/>
          <p:cNvSpPr/>
          <p:nvPr/>
        </p:nvSpPr>
        <p:spPr>
          <a:xfrm>
            <a:off x="8627364" y="2765877"/>
            <a:ext cx="742950" cy="2025579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590788" y="4919472"/>
            <a:ext cx="8161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</a:t>
            </a:r>
            <a:endParaRPr lang="en-US" sz="680" dirty="0"/>
          </a:p>
        </p:txBody>
      </p:sp>
      <p:sp>
        <p:nvSpPr>
          <p:cNvPr id="35" name="Shape 32"/>
          <p:cNvSpPr/>
          <p:nvPr/>
        </p:nvSpPr>
        <p:spPr>
          <a:xfrm>
            <a:off x="9571482" y="2428281"/>
            <a:ext cx="742950" cy="2363175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534906" y="4919472"/>
            <a:ext cx="8161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codex-visual-asset-skills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AI 应用趋势调研 - 简约高级</dc:title>
  <dc:subject>Editable style candidate sample</dc:subject>
  <dc:creator>Codex</dc:creator>
  <cp:lastModifiedBy>Codex</cp:lastModifiedBy>
  <cp:revision>1</cp:revision>
  <dcterms:created xsi:type="dcterms:W3CDTF">2026-05-07T08:57:58Z</dcterms:created>
  <dcterms:modified xsi:type="dcterms:W3CDTF">2026-05-07T08:57:58Z</dcterms:modified>
</cp:coreProperties>
</file>