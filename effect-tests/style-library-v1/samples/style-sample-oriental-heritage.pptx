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 w="12700">
            <a:solidFill>
              <a:srgbClr val="FAF8F2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asset-skills/effect-tests/style-library-v1/assets/background-oriental-heri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1720" y="5120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2331720" y="786384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06908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品牌战略解读样张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788920" y="1828800"/>
            <a:ext cx="512064" cy="0"/>
          </a:xfrm>
          <a:prstGeom prst="line">
            <a:avLst/>
          </a:prstGeom>
          <a:noFill/>
          <a:ln w="254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88920" y="2011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趋势脉络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88920" y="251460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新技术落地不是一阵风，而是从器、术、法到组织文化的一次长期演进。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2807208" y="3310128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71800" y="325526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以器入局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2807208" y="3602736"/>
            <a:ext cx="73152" cy="73152"/>
          </a:xfrm>
          <a:prstGeom prst="ellipse">
            <a:avLst/>
          </a:prstGeom>
          <a:solidFill>
            <a:srgbClr val="17171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71800" y="354787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以术成事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2807208" y="3895344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71800" y="38404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以法固化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2148840" y="4983480"/>
            <a:ext cx="530352" cy="0"/>
          </a:xfrm>
          <a:prstGeom prst="line">
            <a:avLst/>
          </a:prstGeom>
          <a:noFill/>
          <a:ln w="25400">
            <a:solidFill>
              <a:srgbClr val="B91C1C">
                <a:alpha val="7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48840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器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148840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工具入局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3840480" y="4983480"/>
            <a:ext cx="530352" cy="0"/>
          </a:xfrm>
          <a:prstGeom prst="line">
            <a:avLst/>
          </a:prstGeom>
          <a:noFill/>
          <a:ln w="25400">
            <a:solidFill>
              <a:srgbClr val="171717">
                <a:alpha val="7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0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术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840480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流程成事</a:t>
            </a:r>
            <a:endParaRPr lang="en-US" sz="720" dirty="0"/>
          </a:p>
        </p:txBody>
      </p:sp>
      <p:sp>
        <p:nvSpPr>
          <p:cNvPr id="22" name="Shape 19"/>
          <p:cNvSpPr/>
          <p:nvPr/>
        </p:nvSpPr>
        <p:spPr>
          <a:xfrm>
            <a:off x="5532120" y="4983480"/>
            <a:ext cx="530352" cy="0"/>
          </a:xfrm>
          <a:prstGeom prst="line">
            <a:avLst/>
          </a:prstGeom>
          <a:noFill/>
          <a:ln w="25400">
            <a:solidFill>
              <a:srgbClr val="B91C1C">
                <a:alpha val="7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32120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法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532120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组织固化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6885432" y="14904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885432" y="1874520"/>
            <a:ext cx="3840480" cy="0"/>
          </a:xfrm>
          <a:prstGeom prst="line">
            <a:avLst/>
          </a:prstGeom>
          <a:noFill/>
          <a:ln w="1524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12280" y="4654296"/>
            <a:ext cx="3840480" cy="0"/>
          </a:xfrm>
          <a:prstGeom prst="line">
            <a:avLst/>
          </a:prstGeom>
          <a:noFill/>
          <a:ln w="12700">
            <a:solidFill>
              <a:srgbClr val="A7A7A7">
                <a:alpha val="7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013448" y="3640409"/>
            <a:ext cx="708660" cy="1013887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76872" y="4782312"/>
            <a:ext cx="7818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起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7923276" y="3109326"/>
            <a:ext cx="708660" cy="154497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86700" y="4782312"/>
            <a:ext cx="7818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承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8833104" y="2771364"/>
            <a:ext cx="708660" cy="18829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96528" y="4782312"/>
            <a:ext cx="7818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</a:t>
            </a:r>
            <a:endParaRPr lang="en-US" sz="680" dirty="0"/>
          </a:p>
        </p:txBody>
      </p:sp>
      <p:sp>
        <p:nvSpPr>
          <p:cNvPr id="34" name="Shape 31"/>
          <p:cNvSpPr/>
          <p:nvPr/>
        </p:nvSpPr>
        <p:spPr>
          <a:xfrm>
            <a:off x="9742932" y="2457541"/>
            <a:ext cx="708660" cy="2196755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706356" y="4782312"/>
            <a:ext cx="7818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国潮东方</dc:title>
  <dc:subject>Editable style candidate sample</dc:subject>
  <dc:creator>Codex</dc:creator>
  <cp:lastModifiedBy>Codex</cp:lastModifiedBy>
  <cp:revision>1</cp:revision>
  <dcterms:created xsi:type="dcterms:W3CDTF">2026-05-07T08:57:59Z</dcterms:created>
  <dcterms:modified xsi:type="dcterms:W3CDTF">2026-05-07T08:57:59Z</dcterms:modified>
</cp:coreProperties>
</file>