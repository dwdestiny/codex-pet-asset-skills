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B"/>
          </a:solidFill>
          <a:ln w="12700">
            <a:solidFill>
              <a:srgbClr val="03122B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asset-skills/effect-tests/style-library-v1/assets/background-future-t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4114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58368" y="685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94944" y="1453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产品发布会样张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9808" y="1965960"/>
            <a:ext cx="4251960" cy="0"/>
          </a:xfrm>
          <a:prstGeom prst="line">
            <a:avLst/>
          </a:prstGeom>
          <a:noFill/>
          <a:ln w="15240">
            <a:solidFill>
              <a:srgbClr val="00D4D8">
                <a:alpha val="6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能力模块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265176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下一代 AI 应用将围绕多模态输入、智能执行、可信审计和生态连接展开。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68096" y="3447288"/>
            <a:ext cx="73152" cy="73152"/>
          </a:xfrm>
          <a:prstGeom prst="ellipse">
            <a:avLst/>
          </a:prstGeom>
          <a:solidFill>
            <a:srgbClr val="00D4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339242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多模态入口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68096" y="3739896"/>
            <a:ext cx="73152" cy="7315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36850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自动化执行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68096" y="4032504"/>
            <a:ext cx="73152" cy="73152"/>
          </a:xfrm>
          <a:prstGeom prst="ellipse">
            <a:avLst/>
          </a:prstGeom>
          <a:solidFill>
            <a:srgbClr val="00D4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39776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企业级治理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49808" y="4983480"/>
            <a:ext cx="530352" cy="0"/>
          </a:xfrm>
          <a:prstGeom prst="line">
            <a:avLst/>
          </a:prstGeom>
          <a:noFill/>
          <a:ln w="25400">
            <a:solidFill>
              <a:srgbClr val="00D4D8">
                <a:alpha val="7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4D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49808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多模态入口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2441448" y="4983480"/>
            <a:ext cx="530352" cy="0"/>
          </a:xfrm>
          <a:prstGeom prst="line">
            <a:avLst/>
          </a:prstGeom>
          <a:noFill/>
          <a:ln w="25400">
            <a:solidFill>
              <a:srgbClr val="7C4DFF">
                <a:alpha val="7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441448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4D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24/7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441448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智能执行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4133088" y="4983480"/>
            <a:ext cx="530352" cy="0"/>
          </a:xfrm>
          <a:prstGeom prst="line">
            <a:avLst/>
          </a:prstGeom>
          <a:noFill/>
          <a:ln w="25400">
            <a:solidFill>
              <a:srgbClr val="00D4D8">
                <a:alpha val="7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33088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0漏审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133088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可信审计目标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565392" y="13990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565392" y="1783080"/>
            <a:ext cx="4069080" cy="0"/>
          </a:xfrm>
          <a:prstGeom prst="line">
            <a:avLst/>
          </a:prstGeom>
          <a:noFill/>
          <a:ln w="15240">
            <a:solidFill>
              <a:srgbClr val="00D4D8">
                <a:alpha val="6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92240" y="4882896"/>
            <a:ext cx="4069080" cy="0"/>
          </a:xfrm>
          <a:prstGeom prst="line">
            <a:avLst/>
          </a:prstGeom>
          <a:noFill/>
          <a:ln w="12700">
            <a:solidFill>
              <a:srgbClr val="315D82">
                <a:alpha val="7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693408" y="3734592"/>
            <a:ext cx="765810" cy="1148304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56832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7660386" y="3133100"/>
            <a:ext cx="765810" cy="1749796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23810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推理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8627364" y="2750332"/>
            <a:ext cx="765810" cy="2132564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590788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</a:t>
            </a:r>
            <a:endParaRPr lang="en-US" sz="680" dirty="0"/>
          </a:p>
        </p:txBody>
      </p:sp>
      <p:sp>
        <p:nvSpPr>
          <p:cNvPr id="34" name="Shape 31"/>
          <p:cNvSpPr/>
          <p:nvPr/>
        </p:nvSpPr>
        <p:spPr>
          <a:xfrm>
            <a:off x="9594342" y="2394905"/>
            <a:ext cx="765810" cy="2487991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557766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审计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未来科技</dc:title>
  <dc:subject>Editable style candidate sample</dc:subject>
  <dc:creator>Codex</dc:creator>
  <cp:lastModifiedBy>Codex</cp:lastModifiedBy>
  <cp:revision>1</cp:revision>
  <dcterms:created xsi:type="dcterms:W3CDTF">2026-05-07T08:58:00Z</dcterms:created>
  <dcterms:modified xsi:type="dcterms:W3CDTF">2026-05-07T08:58:00Z</dcterms:modified>
</cp:coreProperties>
</file>