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D"/>
          </a:solidFill>
          <a:ln w="12700">
            <a:solidFill>
              <a:srgbClr val="020B1D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library-v1/assets/background-data-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114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685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94944" y="1453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行业研究报告样张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9808" y="1965960"/>
            <a:ext cx="4251960" cy="0"/>
          </a:xfrm>
          <a:prstGeom prst="line">
            <a:avLst/>
          </a:prstGeom>
          <a:noFill/>
          <a:ln w="15240">
            <a:solidFill>
              <a:srgbClr val="6C72FF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关键指标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" y="265176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企业采用 AI 的竞争点，正从模型能力转向数据资产、流程嵌入和投入产出监控。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768096" y="3447288"/>
            <a:ext cx="73152" cy="73152"/>
          </a:xfrm>
          <a:prstGeom prst="ellipse">
            <a:avLst/>
          </a:prstGeom>
          <a:solidFill>
            <a:srgbClr val="6C7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33924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试点数量增长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68096" y="3739896"/>
            <a:ext cx="73152" cy="73152"/>
          </a:xfrm>
          <a:prstGeom prst="ellipse">
            <a:avLst/>
          </a:prstGeom>
          <a:solidFill>
            <a:srgbClr val="12C7D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36850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复用组件增加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68096" y="4032504"/>
            <a:ext cx="73152" cy="73152"/>
          </a:xfrm>
          <a:prstGeom prst="ellipse">
            <a:avLst/>
          </a:prstGeom>
          <a:solidFill>
            <a:srgbClr val="6C7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39776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ROI 口径更严格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49808" y="4983480"/>
            <a:ext cx="530352" cy="0"/>
          </a:xfrm>
          <a:prstGeom prst="line">
            <a:avLst/>
          </a:prstGeom>
          <a:noFill/>
          <a:ln w="25400">
            <a:solidFill>
              <a:srgbClr val="6C72FF">
                <a:alpha val="7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4980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2441448" y="4983480"/>
            <a:ext cx="530352" cy="0"/>
          </a:xfrm>
          <a:prstGeom prst="line">
            <a:avLst/>
          </a:prstGeom>
          <a:noFill/>
          <a:ln w="25400">
            <a:solidFill>
              <a:srgbClr val="12C7D6">
                <a:alpha val="7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4144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244144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复用组件增长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133088" y="4983480"/>
            <a:ext cx="530352" cy="0"/>
          </a:xfrm>
          <a:prstGeom prst="line">
            <a:avLst/>
          </a:prstGeom>
          <a:noFill/>
          <a:ln w="25400">
            <a:solidFill>
              <a:srgbClr val="6C72FF">
                <a:alpha val="7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3308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12月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13308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ROI 复盘周期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565392" y="1399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565392" y="1783080"/>
            <a:ext cx="4069080" cy="0"/>
          </a:xfrm>
          <a:prstGeom prst="line">
            <a:avLst/>
          </a:prstGeom>
          <a:noFill/>
          <a:ln w="15240">
            <a:solidFill>
              <a:srgbClr val="6C72FF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92240" y="4882896"/>
            <a:ext cx="4069080" cy="0"/>
          </a:xfrm>
          <a:prstGeom prst="line">
            <a:avLst/>
          </a:prstGeom>
          <a:noFill/>
          <a:ln w="12700">
            <a:solidFill>
              <a:srgbClr val="2E6F9E">
                <a:alpha val="7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93408" y="3734592"/>
            <a:ext cx="765810" cy="1148304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56832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采纳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7660386" y="3133100"/>
            <a:ext cx="765810" cy="1749796"/>
          </a:xfrm>
          <a:prstGeom prst="rect">
            <a:avLst/>
          </a:prstGeom>
          <a:solidFill>
            <a:srgbClr val="12C7D6"/>
          </a:solidFill>
          <a:ln w="12700">
            <a:solidFill>
              <a:srgbClr val="12C7D6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23810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8627364" y="2750332"/>
            <a:ext cx="765810" cy="2132564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90788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9594342" y="2394905"/>
            <a:ext cx="765810" cy="2487991"/>
          </a:xfrm>
          <a:prstGeom prst="rect">
            <a:avLst/>
          </a:prstGeom>
          <a:solidFill>
            <a:srgbClr val="12C7D6"/>
          </a:solidFill>
          <a:ln w="12700">
            <a:solidFill>
              <a:srgbClr val="12C7D6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557766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数据分析</dc:title>
  <dc:subject>Editable style candidate sample</dc:subject>
  <dc:creator>Codex</dc:creator>
  <cp:lastModifiedBy>Codex</cp:lastModifiedBy>
  <cp:revision>1</cp:revision>
  <dcterms:created xsi:type="dcterms:W3CDTF">2026-05-07T08:57:59Z</dcterms:created>
  <dcterms:modified xsi:type="dcterms:W3CDTF">2026-05-07T08:57:59Z</dcterms:modified>
</cp:coreProperties>
</file>