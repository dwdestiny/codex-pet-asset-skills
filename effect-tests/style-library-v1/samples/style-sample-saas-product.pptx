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58368" y="69494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产品增长方案样张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" y="1938528"/>
            <a:ext cx="425196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68096" y="26243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 型 AI 产品要把能力说成用户可感知的流程收益，而不是堆模型参数和功能清单。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86384" y="34198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3649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缩短上手路径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86384" y="3712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65760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提高协作效率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86384" y="40050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95020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沉淀复用资产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68096" y="4983480"/>
            <a:ext cx="530352" cy="0"/>
          </a:xfrm>
          <a:prstGeom prst="line">
            <a:avLst/>
          </a:prstGeom>
          <a:noFill/>
          <a:ln w="25400">
            <a:solidFill>
              <a:srgbClr val="2563EB">
                <a:alpha val="7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5111496"/>
            <a:ext cx="1542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" y="5477256"/>
            <a:ext cx="1542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激活提升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474976" y="4983480"/>
            <a:ext cx="530352" cy="0"/>
          </a:xfrm>
          <a:prstGeom prst="line">
            <a:avLst/>
          </a:prstGeom>
          <a:noFill/>
          <a:ln w="25400">
            <a:solidFill>
              <a:srgbClr val="22C55E">
                <a:alpha val="7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4976" y="5111496"/>
            <a:ext cx="1542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74976" y="5477256"/>
            <a:ext cx="1542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上手周期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181856" y="4983480"/>
            <a:ext cx="530352" cy="0"/>
          </a:xfrm>
          <a:prstGeom prst="line">
            <a:avLst/>
          </a:prstGeom>
          <a:noFill/>
          <a:ln w="25400">
            <a:solidFill>
              <a:srgbClr val="2563EB">
                <a:alpha val="7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1856" y="5111496"/>
            <a:ext cx="1542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81856" y="5477256"/>
            <a:ext cx="1542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功能复用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656832" y="1490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656832" y="1874520"/>
            <a:ext cx="393192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791456"/>
            <a:ext cx="39319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84848" y="3719962"/>
            <a:ext cx="731520" cy="107149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7717536" y="3158703"/>
            <a:ext cx="731520" cy="1632753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激活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650224" y="2801539"/>
            <a:ext cx="731520" cy="198991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3648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留存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9582912" y="2469886"/>
            <a:ext cx="731520" cy="232157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46336" y="4919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SaaS 产品</dc:title>
  <dc:subject>Editable style candidate sample</dc:subject>
  <dc:creator>Codex</dc:creator>
  <cp:lastModifiedBy>Codex</cp:lastModifiedBy>
  <cp:revision>1</cp:revision>
  <dcterms:created xsi:type="dcterms:W3CDTF">2026-05-07T08:58:00Z</dcterms:created>
  <dcterms:modified xsi:type="dcterms:W3CDTF">2026-05-07T08:58:00Z</dcterms:modified>
</cp:coreProperties>
</file>