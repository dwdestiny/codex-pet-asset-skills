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38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76656" y="71323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趋势洞察报告样张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" y="2148840"/>
            <a:ext cx="4251960" cy="0"/>
          </a:xfrm>
          <a:prstGeom prst="line">
            <a:avLst/>
          </a:prstGeom>
          <a:noFill/>
          <a:ln w="15240">
            <a:solidFill>
              <a:srgbClr val="111827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核心观点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86384" y="283464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应用的下一阶段不是工具清单竞争，而是组织是否能把判断、素材和流程沉淀成可复用能力。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04672" y="3630168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753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观点先行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04672" y="3922776"/>
            <a:ext cx="73152" cy="73152"/>
          </a:xfrm>
          <a:prstGeom prst="ellipse">
            <a:avLst/>
          </a:prstGeom>
          <a:solidFill>
            <a:srgbClr val="D726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8679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案例支撑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04672" y="4215384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1605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节奏留白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22960" y="4956048"/>
            <a:ext cx="530352" cy="0"/>
          </a:xfrm>
          <a:prstGeom prst="line">
            <a:avLst/>
          </a:prstGeom>
          <a:noFill/>
          <a:ln w="25400">
            <a:solidFill>
              <a:srgbClr val="111827">
                <a:alpha val="7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84064"/>
            <a:ext cx="1496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449824"/>
            <a:ext cx="1496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主叙事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484120" y="4956048"/>
            <a:ext cx="530352" cy="0"/>
          </a:xfrm>
          <a:prstGeom prst="line">
            <a:avLst/>
          </a:prstGeom>
          <a:noFill/>
          <a:ln w="25400">
            <a:solidFill>
              <a:srgbClr val="D72638">
                <a:alpha val="7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4120" y="5084064"/>
            <a:ext cx="1496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26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84120" y="5449824"/>
            <a:ext cx="1496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章节节奏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145280" y="4956048"/>
            <a:ext cx="530352" cy="0"/>
          </a:xfrm>
          <a:prstGeom prst="line">
            <a:avLst/>
          </a:prstGeom>
          <a:noFill/>
          <a:ln w="25400">
            <a:solidFill>
              <a:srgbClr val="111827">
                <a:alpha val="7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5280" y="5084064"/>
            <a:ext cx="1496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45280" y="5449824"/>
            <a:ext cx="1496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证据结构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793992" y="1554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793992" y="1938528"/>
            <a:ext cx="3886200" cy="0"/>
          </a:xfrm>
          <a:prstGeom prst="line">
            <a:avLst/>
          </a:prstGeom>
          <a:noFill/>
          <a:ln w="15240">
            <a:solidFill>
              <a:srgbClr val="111827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4718304"/>
            <a:ext cx="3886200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22008" y="3704417"/>
            <a:ext cx="720090" cy="101388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4846320"/>
            <a:ext cx="7932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观点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7843266" y="3173334"/>
            <a:ext cx="720090" cy="154497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6690" y="4846320"/>
            <a:ext cx="7932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64524" y="2835372"/>
            <a:ext cx="720090" cy="18829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27948" y="4846320"/>
            <a:ext cx="7932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9685782" y="2521549"/>
            <a:ext cx="720090" cy="2196755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9206" y="4846320"/>
            <a:ext cx="7932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编辑杂志</dc:title>
  <dc:subject>Editable style candidate sample</dc:subject>
  <dc:creator>Codex</dc:creator>
  <cp:lastModifiedBy>Codex</cp:lastModifiedBy>
  <cp:revision>1</cp:revision>
  <dcterms:created xsi:type="dcterms:W3CDTF">2026-05-07T08:58:00Z</dcterms:created>
  <dcterms:modified xsi:type="dcterms:W3CDTF">2026-05-07T08:58:00Z</dcterms:modified>
</cp:coreProperties>
</file>