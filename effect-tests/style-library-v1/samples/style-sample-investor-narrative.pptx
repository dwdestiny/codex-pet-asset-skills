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05840"/>
            <a:ext cx="4389120" cy="3474720"/>
          </a:xfrm>
          <a:prstGeom prst="line">
            <a:avLst/>
          </a:prstGeom>
          <a:noFill/>
          <a:ln w="1905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5303520"/>
            <a:ext cx="3657600" cy="-3749040"/>
          </a:xfrm>
          <a:prstGeom prst="line">
            <a:avLst/>
          </a:prstGeom>
          <a:noFill/>
          <a:ln w="15240">
            <a:solidFill>
              <a:srgbClr val="08111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11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85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融资路演样张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08111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增长逻辑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749808" y="2651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投资人需要看到的不只是市场热度，而是需求强度、增长路径、商业模式和团队执行节奏。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市场窗口明确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F6C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增长路径可验证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商业化节奏清晰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08111F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$1.2B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目标市场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F6C85F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8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4144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扩张窗口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08111F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3308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收入杠杆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65392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565392" y="1783080"/>
            <a:ext cx="4069080" cy="0"/>
          </a:xfrm>
          <a:prstGeom prst="line">
            <a:avLst/>
          </a:prstGeom>
          <a:noFill/>
          <a:ln w="15240">
            <a:solidFill>
              <a:srgbClr val="08111F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882896"/>
            <a:ext cx="4069080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408" y="3734592"/>
            <a:ext cx="765810" cy="1148304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660386" y="3133100"/>
            <a:ext cx="765810" cy="1749796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3810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627364" y="2750332"/>
            <a:ext cx="765810" cy="2132564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0788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594342" y="2394905"/>
            <a:ext cx="765810" cy="2487991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7766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投资人叙事</dc:title>
  <dc:subject>Editable style candidate sample</dc:subject>
  <dc:creator>Codex</dc:creator>
  <cp:lastModifiedBy>Codex</cp:lastModifiedBy>
  <cp:revision>1</cp:revision>
  <dcterms:created xsi:type="dcterms:W3CDTF">2026-05-07T08:58:01Z</dcterms:created>
  <dcterms:modified xsi:type="dcterms:W3CDTF">2026-05-07T08:58:01Z</dcterms:modified>
</cp:coreProperties>
</file>