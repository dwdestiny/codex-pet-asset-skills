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7E6"/>
          </a:solidFill>
          <a:ln w="12700">
            <a:solidFill>
              <a:srgbClr val="FFF7E6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asset-skills/effect-tests/style-library-v1/assets/background-playful-an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384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58368" y="65836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694944" y="142646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培训课程样张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743200" y="1874520"/>
            <a:ext cx="4251960" cy="0"/>
          </a:xfrm>
          <a:prstGeom prst="line">
            <a:avLst/>
          </a:prstGeom>
          <a:noFill/>
          <a:ln w="15240">
            <a:solidFill>
              <a:srgbClr val="F59E0B">
                <a:alpha val="8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0" y="2057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学习目标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743200" y="256032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用轻量案例解释 AI 应用趋势，让非技术团队也能判断哪些场景值得优先试点。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2761488" y="3355848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0" y="330098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看懂趋势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2761488" y="3685032"/>
            <a:ext cx="73152" cy="73152"/>
          </a:xfrm>
          <a:prstGeom prst="ellipse">
            <a:avLst/>
          </a:prstGeom>
          <a:solidFill>
            <a:srgbClr val="FF7AA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26080" y="363016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识别场景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2761488" y="4014216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0" y="39593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设计试点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2651760" y="4983480"/>
            <a:ext cx="530352" cy="0"/>
          </a:xfrm>
          <a:prstGeom prst="line">
            <a:avLst/>
          </a:prstGeom>
          <a:noFill/>
          <a:ln w="25400">
            <a:solidFill>
              <a:srgbClr val="F59E0B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51760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4课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651760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课程模块</a:t>
            </a:r>
            <a:endParaRPr lang="en-US" sz="760" dirty="0"/>
          </a:p>
        </p:txBody>
      </p:sp>
      <p:sp>
        <p:nvSpPr>
          <p:cNvPr id="19" name="Shape 16"/>
          <p:cNvSpPr/>
          <p:nvPr/>
        </p:nvSpPr>
        <p:spPr>
          <a:xfrm>
            <a:off x="4343400" y="4983480"/>
            <a:ext cx="530352" cy="0"/>
          </a:xfrm>
          <a:prstGeom prst="line">
            <a:avLst/>
          </a:prstGeom>
          <a:noFill/>
          <a:ln w="25400">
            <a:solidFill>
              <a:srgbClr val="FF7AA2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343400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7AA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73%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343400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练习完成率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6035040" y="4983480"/>
            <a:ext cx="530352" cy="0"/>
          </a:xfrm>
          <a:prstGeom prst="line">
            <a:avLst/>
          </a:prstGeom>
          <a:noFill/>
          <a:ln w="25400">
            <a:solidFill>
              <a:srgbClr val="F59E0B">
                <a:alpha val="8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3步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035040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试点方法</a:t>
            </a:r>
            <a:endParaRPr lang="en-US" sz="760" dirty="0"/>
          </a:p>
        </p:txBody>
      </p:sp>
      <p:sp>
        <p:nvSpPr>
          <p:cNvPr id="25" name="Text 22"/>
          <p:cNvSpPr/>
          <p:nvPr/>
        </p:nvSpPr>
        <p:spPr>
          <a:xfrm>
            <a:off x="6793992" y="17647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6793992" y="2148840"/>
            <a:ext cx="3840480" cy="0"/>
          </a:xfrm>
          <a:prstGeom prst="line">
            <a:avLst/>
          </a:prstGeom>
          <a:noFill/>
          <a:ln w="15240">
            <a:solidFill>
              <a:srgbClr val="F59E0B">
                <a:alpha val="65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20840" y="4745736"/>
            <a:ext cx="3840480" cy="0"/>
          </a:xfrm>
          <a:prstGeom prst="line">
            <a:avLst/>
          </a:prstGeom>
          <a:noFill/>
          <a:ln w="12700">
            <a:solidFill>
              <a:srgbClr val="586174">
                <a:alpha val="7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922008" y="3808659"/>
            <a:ext cx="708660" cy="937077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85432" y="4873752"/>
            <a:ext cx="7818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认知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7831836" y="3317809"/>
            <a:ext cx="708660" cy="1427927"/>
          </a:xfrm>
          <a:prstGeom prst="rect">
            <a:avLst/>
          </a:prstGeom>
          <a:solidFill>
            <a:srgbClr val="FF7AA2"/>
          </a:solidFill>
          <a:ln w="12700">
            <a:solidFill>
              <a:srgbClr val="FF7AA2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95260" y="4873752"/>
            <a:ext cx="7818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8741664" y="3005450"/>
            <a:ext cx="708660" cy="174028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705088" y="4873752"/>
            <a:ext cx="7818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9651492" y="2715402"/>
            <a:ext cx="708660" cy="2030334"/>
          </a:xfrm>
          <a:prstGeom prst="rect">
            <a:avLst/>
          </a:prstGeom>
          <a:solidFill>
            <a:srgbClr val="FF7AA2"/>
          </a:solidFill>
          <a:ln w="12700">
            <a:solidFill>
              <a:srgbClr val="FF7AA2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14916" y="4873752"/>
            <a:ext cx="7818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8617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活泼动漫</dc:title>
  <dc:subject>Editable style candidate sample</dc:subject>
  <dc:creator>Codex</dc:creator>
  <cp:lastModifiedBy>Codex</cp:lastModifiedBy>
  <cp:revision>1</cp:revision>
  <dcterms:created xsi:type="dcterms:W3CDTF">2026-05-07T08:57:59Z</dcterms:created>
  <dcterms:modified xsi:type="dcterms:W3CDTF">2026-05-07T08:57:59Z</dcterms:modified>
</cp:coreProperties>
</file>