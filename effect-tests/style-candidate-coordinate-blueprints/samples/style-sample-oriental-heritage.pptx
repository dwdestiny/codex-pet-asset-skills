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AF8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212080"/>
            <a:ext cx="3200400" cy="-1828800"/>
          </a:xfrm>
          <a:prstGeom prst="line">
            <a:avLst/>
          </a:prstGeom>
          <a:noFill/>
          <a:ln w="25400">
            <a:solidFill>
              <a:srgbClr val="B91C1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914400"/>
            <a:ext cx="475488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395728" y="1463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品牌战略解读样张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07792" y="1938528"/>
            <a:ext cx="512064" cy="0"/>
          </a:xfrm>
          <a:prstGeom prst="line">
            <a:avLst/>
          </a:prstGeom>
          <a:noFill/>
          <a:ln w="254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趋势脉络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07792" y="262432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新技术落地不是一阵风，而是从器、术、法到组织文化的一次长期演进。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926080" y="3438144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33832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以器入局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926080" y="3730752"/>
            <a:ext cx="73152" cy="73152"/>
          </a:xfrm>
          <a:prstGeom prst="ellipse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3675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以术成事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926080" y="4023360"/>
            <a:ext cx="73152" cy="7315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39684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以法固化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139696" y="4681728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39696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822192" y="4681728"/>
            <a:ext cx="530352" cy="0"/>
          </a:xfrm>
          <a:prstGeom prst="line">
            <a:avLst/>
          </a:prstGeom>
          <a:noFill/>
          <a:ln w="25400">
            <a:solidFill>
              <a:srgbClr val="171717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22192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504688" y="4681728"/>
            <a:ext cx="530352" cy="0"/>
          </a:xfrm>
          <a:prstGeom prst="line">
            <a:avLst/>
          </a:prstGeom>
          <a:noFill/>
          <a:ln w="25400">
            <a:solidFill>
              <a:srgbClr val="B91C1C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48097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4688" y="517550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90372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03720" y="1719072"/>
            <a:ext cx="3730752" cy="0"/>
          </a:xfrm>
          <a:prstGeom prst="line">
            <a:avLst/>
          </a:prstGeom>
          <a:noFill/>
          <a:ln w="1524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4151376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31736" y="3283428"/>
            <a:ext cx="681228" cy="8679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914132" y="2828788"/>
            <a:ext cx="681228" cy="132258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7755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796528" y="2539472"/>
            <a:ext cx="681228" cy="161190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5995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678924" y="2270821"/>
            <a:ext cx="681228" cy="1880555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234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903720" y="5157216"/>
            <a:ext cx="475488" cy="0"/>
          </a:xfrm>
          <a:prstGeom prst="line">
            <a:avLst/>
          </a:prstGeom>
          <a:noFill/>
          <a:ln w="19050">
            <a:solidFill>
              <a:srgbClr val="B91C1C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2551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国潮东方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国潮东方</dc:title>
  <dc:subject>Editable style candidate sample</dc:subject>
  <dc:creator>Codex</dc:creator>
  <cp:lastModifiedBy>Codex</cp:lastModifiedBy>
  <cp:revision>1</cp:revision>
  <dcterms:created xsi:type="dcterms:W3CDTF">2026-05-07T06:19:35Z</dcterms:created>
  <dcterms:modified xsi:type="dcterms:W3CDTF">2026-05-07T06:19:35Z</dcterms:modified>
</cp:coreProperties>
</file>