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7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05840"/>
            <a:ext cx="4389120" cy="3474720"/>
          </a:xfrm>
          <a:prstGeom prst="line">
            <a:avLst/>
          </a:prstGeom>
          <a:noFill/>
          <a:ln w="19050">
            <a:solidFill>
              <a:srgbClr val="00D4D8">
                <a:alpha val="5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5303520"/>
            <a:ext cx="3657600" cy="-3749040"/>
          </a:xfrm>
          <a:prstGeom prst="line">
            <a:avLst/>
          </a:prstGeom>
          <a:noFill/>
          <a:ln w="15240">
            <a:solidFill>
              <a:srgbClr val="0097A7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产品发布会样张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4251960" cy="0"/>
          </a:xfrm>
          <a:prstGeom prst="line">
            <a:avLst/>
          </a:prstGeom>
          <a:noFill/>
          <a:ln w="15240">
            <a:solidFill>
              <a:srgbClr val="0097A7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能力模块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6243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下一代 AI 应用将围绕多模态输入、智能执行、可信审计和生态连接展开。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68096" y="3438144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383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768096" y="3730752"/>
            <a:ext cx="73152" cy="73152"/>
          </a:xfrm>
          <a:prstGeom prst="ellipse">
            <a:avLst/>
          </a:prstGeom>
          <a:solidFill>
            <a:srgbClr val="00D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675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自动化执行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68096" y="4023360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968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企业级治理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13232" y="4736592"/>
            <a:ext cx="530352" cy="0"/>
          </a:xfrm>
          <a:prstGeom prst="line">
            <a:avLst/>
          </a:prstGeom>
          <a:noFill/>
          <a:ln w="25400">
            <a:solidFill>
              <a:srgbClr val="0097A7">
                <a:alpha val="7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736592"/>
            <a:ext cx="530352" cy="0"/>
          </a:xfrm>
          <a:prstGeom prst="line">
            <a:avLst/>
          </a:prstGeom>
          <a:noFill/>
          <a:ln w="25400">
            <a:solidFill>
              <a:srgbClr val="00D4D8">
                <a:alpha val="7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95728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078224" y="4736592"/>
            <a:ext cx="530352" cy="0"/>
          </a:xfrm>
          <a:prstGeom prst="line">
            <a:avLst/>
          </a:prstGeom>
          <a:noFill/>
          <a:ln w="25400">
            <a:solidFill>
              <a:srgbClr val="0097A7">
                <a:alpha val="7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78224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78224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720840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1719072"/>
            <a:ext cx="3730752" cy="0"/>
          </a:xfrm>
          <a:prstGeom prst="line">
            <a:avLst/>
          </a:prstGeom>
          <a:noFill/>
          <a:ln w="15240">
            <a:solidFill>
              <a:srgbClr val="0097A7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47688" y="4151376"/>
            <a:ext cx="3730752" cy="0"/>
          </a:xfrm>
          <a:prstGeom prst="line">
            <a:avLst/>
          </a:prstGeom>
          <a:noFill/>
          <a:ln w="12700">
            <a:solidFill>
              <a:srgbClr val="315D82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48856" y="3283428"/>
            <a:ext cx="681228" cy="8679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731252" y="2828788"/>
            <a:ext cx="681228" cy="1322588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4676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613648" y="2539472"/>
            <a:ext cx="681228" cy="16119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77072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9496044" y="2270821"/>
            <a:ext cx="681228" cy="1880555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59468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审计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6720840" y="5157216"/>
            <a:ext cx="475488" cy="0"/>
          </a:xfrm>
          <a:prstGeom prst="line">
            <a:avLst/>
          </a:prstGeom>
          <a:noFill/>
          <a:ln w="19050">
            <a:solidFill>
              <a:srgbClr val="0097A7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50657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未来科技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未来科技</dc:title>
  <dc:subject>Editable style candidate sample</dc:subject>
  <dc:creator>Codex</dc:creator>
  <cp:lastModifiedBy>Codex</cp:lastModifiedBy>
  <cp:revision>1</cp:revision>
  <dcterms:created xsi:type="dcterms:W3CDTF">2026-05-07T06:19:35Z</dcterms:created>
  <dcterms:modified xsi:type="dcterms:W3CDTF">2026-05-07T06:19:35Z</dcterms:modified>
</cp:coreProperties>
</file>