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D"/>
          </a:solidFill>
          <a:ln w="12700">
            <a:solidFill>
              <a:srgbClr val="020B1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005840"/>
            <a:ext cx="4389120" cy="3474720"/>
          </a:xfrm>
          <a:prstGeom prst="line">
            <a:avLst/>
          </a:prstGeom>
          <a:noFill/>
          <a:ln w="19050">
            <a:solidFill>
              <a:srgbClr val="12C7D6">
                <a:alpha val="5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5303520"/>
            <a:ext cx="3657600" cy="-3749040"/>
          </a:xfrm>
          <a:prstGeom prst="line">
            <a:avLst/>
          </a:prstGeom>
          <a:noFill/>
          <a:ln w="15240">
            <a:solidFill>
              <a:srgbClr val="6C72FF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6949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94944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行业研究报告样张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938528"/>
            <a:ext cx="4251960" cy="0"/>
          </a:xfrm>
          <a:prstGeom prst="line">
            <a:avLst/>
          </a:prstGeom>
          <a:noFill/>
          <a:ln w="15240">
            <a:solidFill>
              <a:srgbClr val="6C72FF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关键指标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262432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企业采用 AI 的竞争点，正从模型能力转向数据资产、流程嵌入和投入产出监控。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68096" y="3438144"/>
            <a:ext cx="73152" cy="73152"/>
          </a:xfrm>
          <a:prstGeom prst="ellipse">
            <a:avLst/>
          </a:prstGeom>
          <a:solidFill>
            <a:srgbClr val="6C7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383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试点数量增长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768096" y="3730752"/>
            <a:ext cx="73152" cy="73152"/>
          </a:xfrm>
          <a:prstGeom prst="ellipse">
            <a:avLst/>
          </a:prstGeom>
          <a:solidFill>
            <a:srgbClr val="12C7D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675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复用组件增加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768096" y="4023360"/>
            <a:ext cx="73152" cy="73152"/>
          </a:xfrm>
          <a:prstGeom prst="ellipse">
            <a:avLst/>
          </a:prstGeom>
          <a:solidFill>
            <a:srgbClr val="6C7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9684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ROI 口径更严格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713232" y="4736592"/>
            <a:ext cx="530352" cy="0"/>
          </a:xfrm>
          <a:prstGeom prst="line">
            <a:avLst/>
          </a:prstGeom>
          <a:noFill/>
          <a:ln w="25400">
            <a:solidFill>
              <a:srgbClr val="6C72FF">
                <a:alpha val="7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736592"/>
            <a:ext cx="530352" cy="0"/>
          </a:xfrm>
          <a:prstGeom prst="line">
            <a:avLst/>
          </a:prstGeom>
          <a:noFill/>
          <a:ln w="25400">
            <a:solidFill>
              <a:srgbClr val="12C7D6">
                <a:alpha val="7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5728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395728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078224" y="4736592"/>
            <a:ext cx="530352" cy="0"/>
          </a:xfrm>
          <a:prstGeom prst="line">
            <a:avLst/>
          </a:prstGeom>
          <a:noFill/>
          <a:ln w="25400">
            <a:solidFill>
              <a:srgbClr val="6C72FF">
                <a:alpha val="7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78224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078224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720840" y="1335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1719072"/>
            <a:ext cx="3730752" cy="0"/>
          </a:xfrm>
          <a:prstGeom prst="line">
            <a:avLst/>
          </a:prstGeom>
          <a:noFill/>
          <a:ln w="15240">
            <a:solidFill>
              <a:srgbClr val="6C72FF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47688" y="4151376"/>
            <a:ext cx="3730752" cy="0"/>
          </a:xfrm>
          <a:prstGeom prst="line">
            <a:avLst/>
          </a:prstGeom>
          <a:noFill/>
          <a:ln w="12700">
            <a:solidFill>
              <a:srgbClr val="2E6F9E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48856" y="3283428"/>
            <a:ext cx="681228" cy="867948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采纳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7731252" y="2828788"/>
            <a:ext cx="681228" cy="1322588"/>
          </a:xfrm>
          <a:prstGeom prst="rect">
            <a:avLst/>
          </a:prstGeom>
          <a:solidFill>
            <a:srgbClr val="12C7D6"/>
          </a:solidFill>
          <a:ln w="12700">
            <a:solidFill>
              <a:srgbClr val="12C7D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4676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613648" y="2539472"/>
            <a:ext cx="681228" cy="1611904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77072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9496044" y="2270821"/>
            <a:ext cx="681228" cy="1880555"/>
          </a:xfrm>
          <a:prstGeom prst="rect">
            <a:avLst/>
          </a:prstGeom>
          <a:solidFill>
            <a:srgbClr val="12C7D6"/>
          </a:solidFill>
          <a:ln w="12700">
            <a:solidFill>
              <a:srgbClr val="12C7D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59468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6720840" y="5157216"/>
            <a:ext cx="475488" cy="0"/>
          </a:xfrm>
          <a:prstGeom prst="line">
            <a:avLst/>
          </a:prstGeom>
          <a:noFill/>
          <a:ln w="19050">
            <a:solidFill>
              <a:srgbClr val="6C72FF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42632" y="50657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数据分析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数据分析</dc:title>
  <dc:subject>Editable style candidate sample</dc:subject>
  <dc:creator>Codex</dc:creator>
  <cp:lastModifiedBy>Codex</cp:lastModifiedBy>
  <cp:revision>1</cp:revision>
  <dcterms:created xsi:type="dcterms:W3CDTF">2026-05-07T06:19:34Z</dcterms:created>
  <dcterms:modified xsi:type="dcterms:W3CDTF">2026-05-07T06:19:34Z</dcterms:modified>
</cp:coreProperties>
</file>