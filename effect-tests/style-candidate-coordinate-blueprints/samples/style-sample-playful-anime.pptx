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365760"/>
            <a:ext cx="2926080" cy="2011680"/>
          </a:xfrm>
          <a:prstGeom prst="arc">
            <a:avLst/>
          </a:prstGeom>
          <a:solidFill>
            <a:srgbClr val="FFC9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5212080"/>
            <a:ext cx="2377440" cy="1645920"/>
          </a:xfrm>
          <a:prstGeom prst="arc">
            <a:avLst/>
          </a:prstGeom>
          <a:solidFill>
            <a:srgbClr val="8FD3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6949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94944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培训课程样张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70048" y="1883664"/>
            <a:ext cx="4251960" cy="0"/>
          </a:xfrm>
          <a:prstGeom prst="line">
            <a:avLst/>
          </a:prstGeom>
          <a:noFill/>
          <a:ln w="15240">
            <a:solidFill>
              <a:srgbClr val="F59E0B">
                <a:alpha val="8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2066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70048" y="25694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用轻量案例解释 AI 应用趋势，让非技术团队也能判断哪些场景值得优先试点。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2688336" y="338328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3328416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看懂趋势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2688336" y="3675888"/>
            <a:ext cx="73152" cy="73152"/>
          </a:xfrm>
          <a:prstGeom prst="ellipse">
            <a:avLst/>
          </a:prstGeom>
          <a:solidFill>
            <a:srgbClr val="FF7A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52928" y="362102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识别场景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2688336" y="396849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2928" y="3913632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设计试点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2615184" y="4736592"/>
            <a:ext cx="530352" cy="0"/>
          </a:xfrm>
          <a:prstGeom prst="line">
            <a:avLst/>
          </a:prstGeom>
          <a:noFill/>
          <a:ln w="25400">
            <a:solidFill>
              <a:srgbClr val="F59E0B">
                <a:alpha val="8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615184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242816" y="4736592"/>
            <a:ext cx="530352" cy="0"/>
          </a:xfrm>
          <a:prstGeom prst="line">
            <a:avLst/>
          </a:prstGeom>
          <a:noFill/>
          <a:ln w="25400">
            <a:solidFill>
              <a:srgbClr val="FF7AA2">
                <a:alpha val="8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42816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AA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42816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870448" y="4736592"/>
            <a:ext cx="530352" cy="0"/>
          </a:xfrm>
          <a:prstGeom prst="line">
            <a:avLst/>
          </a:prstGeom>
          <a:noFill/>
          <a:ln w="25400">
            <a:solidFill>
              <a:srgbClr val="F59E0B">
                <a:alpha val="8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70448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720840" y="1399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1783080"/>
            <a:ext cx="3611880" cy="0"/>
          </a:xfrm>
          <a:prstGeom prst="line">
            <a:avLst/>
          </a:prstGeom>
          <a:noFill/>
          <a:ln w="1524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47688" y="4334256"/>
            <a:ext cx="3611880" cy="0"/>
          </a:xfrm>
          <a:prstGeom prst="line">
            <a:avLst/>
          </a:prstGeom>
          <a:noFill/>
          <a:ln w="12700">
            <a:solidFill>
              <a:srgbClr val="586174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48856" y="3416381"/>
            <a:ext cx="651510" cy="91787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4462272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认知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7701534" y="2935590"/>
            <a:ext cx="651510" cy="1398666"/>
          </a:xfrm>
          <a:prstGeom prst="rect">
            <a:avLst/>
          </a:prstGeom>
          <a:solidFill>
            <a:srgbClr val="FF7AA2"/>
          </a:solidFill>
          <a:ln w="12700">
            <a:solidFill>
              <a:srgbClr val="FF7AA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4958" y="4462272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554212" y="2629632"/>
            <a:ext cx="651510" cy="1704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17636" y="4462272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9406890" y="2345527"/>
            <a:ext cx="651510" cy="1988729"/>
          </a:xfrm>
          <a:prstGeom prst="rect">
            <a:avLst/>
          </a:prstGeom>
          <a:solidFill>
            <a:srgbClr val="FF7AA2"/>
          </a:solidFill>
          <a:ln w="12700">
            <a:solidFill>
              <a:srgbClr val="FF7AA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70314" y="4462272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6720840" y="5340096"/>
            <a:ext cx="475488" cy="0"/>
          </a:xfrm>
          <a:prstGeom prst="line">
            <a:avLst/>
          </a:prstGeom>
          <a:noFill/>
          <a:ln w="1905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42632" y="524865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活泼动漫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活泼动漫</dc:title>
  <dc:subject>Editable style candidate sample</dc:subject>
  <dc:creator>Codex</dc:creator>
  <cp:lastModifiedBy>Codex</cp:lastModifiedBy>
  <cp:revision>1</cp:revision>
  <dcterms:created xsi:type="dcterms:W3CDTF">2026-05-07T06:19:34Z</dcterms:created>
  <dcterms:modified xsi:type="dcterms:W3CDTF">2026-05-07T06:19:34Z</dcterms:modified>
</cp:coreProperties>
</file>