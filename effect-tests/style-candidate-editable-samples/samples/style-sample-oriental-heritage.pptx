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oriental-heri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2395728" y="1463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品牌战略解读样张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07792" y="1938528"/>
            <a:ext cx="512064" cy="0"/>
          </a:xfrm>
          <a:prstGeom prst="line">
            <a:avLst/>
          </a:prstGeom>
          <a:noFill/>
          <a:ln w="254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7792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趋势脉络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07792" y="262432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新技术落地不是一阵风，而是从器、术、法到组织文化的一次长期演进。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2926080" y="343814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90672" y="33832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以器入局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2926080" y="3730752"/>
            <a:ext cx="73152" cy="7315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0672" y="3675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以术成事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2926080" y="4023360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90672" y="39684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以法固化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2139696" y="4681728"/>
            <a:ext cx="530352" cy="0"/>
          </a:xfrm>
          <a:prstGeom prst="line">
            <a:avLst/>
          </a:prstGeom>
          <a:noFill/>
          <a:ln w="25400">
            <a:solidFill>
              <a:srgbClr val="B91C1C">
                <a:alpha val="7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39696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139696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822192" y="4681728"/>
            <a:ext cx="530352" cy="0"/>
          </a:xfrm>
          <a:prstGeom prst="line">
            <a:avLst/>
          </a:prstGeom>
          <a:noFill/>
          <a:ln w="25400">
            <a:solidFill>
              <a:srgbClr val="171717">
                <a:alpha val="7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22192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822192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504688" y="4681728"/>
            <a:ext cx="530352" cy="0"/>
          </a:xfrm>
          <a:prstGeom prst="line">
            <a:avLst/>
          </a:prstGeom>
          <a:noFill/>
          <a:ln w="25400">
            <a:solidFill>
              <a:srgbClr val="B91C1C">
                <a:alpha val="7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04688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504688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690372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03720" y="1719072"/>
            <a:ext cx="3730752" cy="0"/>
          </a:xfrm>
          <a:prstGeom prst="line">
            <a:avLst/>
          </a:prstGeom>
          <a:noFill/>
          <a:ln w="1524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30568" y="4151376"/>
            <a:ext cx="3730752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31736" y="3283428"/>
            <a:ext cx="681228" cy="8679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9516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914132" y="2828788"/>
            <a:ext cx="681228" cy="13225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7755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796528" y="2539472"/>
            <a:ext cx="681228" cy="161190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5995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678924" y="2270821"/>
            <a:ext cx="681228" cy="1880555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4234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6903720" y="5157216"/>
            <a:ext cx="475488" cy="0"/>
          </a:xfrm>
          <a:prstGeom prst="line">
            <a:avLst/>
          </a:prstGeom>
          <a:noFill/>
          <a:ln w="1905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2551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8" name="Text 35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国潮东方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国潮东方</dc:title>
  <dc:subject>Editable style candidate sample</dc:subject>
  <dc:creator>Codex</dc:creator>
  <cp:lastModifiedBy>Codex</cp:lastModifiedBy>
  <cp:revision>1</cp:revision>
  <dcterms:created xsi:type="dcterms:W3CDTF">2026-05-07T04:32:54Z</dcterms:created>
  <dcterms:modified xsi:type="dcterms:W3CDTF">2026-05-07T04:32:54Z</dcterms:modified>
</cp:coreProperties>
</file>