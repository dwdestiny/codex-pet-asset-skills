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oriental-heri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2395728" y="1463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品牌战略解读样张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907792" y="1938528"/>
            <a:ext cx="512064" cy="0"/>
          </a:xfrm>
          <a:prstGeom prst="line">
            <a:avLst/>
          </a:prstGeom>
          <a:noFill/>
          <a:ln w="25400">
            <a:solidFill>
              <a:srgbClr val="B91C1C">
                <a:alpha val="6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07792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趋势脉络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907792" y="2624328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新技术落地不是一阵风，而是从器、术、法到组织文化的一次长期演进。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2926080" y="3438144"/>
            <a:ext cx="73152" cy="7315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90672" y="338328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以器入局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2926080" y="3730752"/>
            <a:ext cx="73152" cy="73152"/>
          </a:xfrm>
          <a:prstGeom prst="ellipse">
            <a:avLst/>
          </a:prstGeom>
          <a:solidFill>
            <a:srgbClr val="17171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367588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以术成事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2926080" y="4023360"/>
            <a:ext cx="73152" cy="7315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90672" y="396849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以法固化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2139696" y="464515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F3EADB">
              <a:alpha val="76000"/>
            </a:srgbClr>
          </a:solidFill>
          <a:ln w="12700">
            <a:solidFill>
              <a:srgbClr val="B91C1C">
                <a:alpha val="64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473659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2267712" y="500579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19" name="Shape 16"/>
          <p:cNvSpPr/>
          <p:nvPr/>
        </p:nvSpPr>
        <p:spPr>
          <a:xfrm>
            <a:off x="3822192" y="464515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FAF8F2">
              <a:alpha val="76000"/>
            </a:srgbClr>
          </a:solidFill>
          <a:ln w="12700">
            <a:solidFill>
              <a:srgbClr val="171717">
                <a:alpha val="64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950208" y="473659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3950208" y="500579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5504688" y="464515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F3EADB">
              <a:alpha val="76000"/>
            </a:srgbClr>
          </a:solidFill>
          <a:ln w="12700">
            <a:solidFill>
              <a:srgbClr val="B91C1C">
                <a:alpha val="64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32704" y="473659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632704" y="500579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690372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903720" y="1719072"/>
            <a:ext cx="3730752" cy="0"/>
          </a:xfrm>
          <a:prstGeom prst="line">
            <a:avLst/>
          </a:prstGeom>
          <a:noFill/>
          <a:ln w="15240">
            <a:solidFill>
              <a:srgbClr val="B91C1C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30568" y="4151376"/>
            <a:ext cx="3730752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31736" y="3283428"/>
            <a:ext cx="681228" cy="8679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9516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起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914132" y="2828788"/>
            <a:ext cx="681228" cy="132258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7755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承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796528" y="2539472"/>
            <a:ext cx="681228" cy="161190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5995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678924" y="2270821"/>
            <a:ext cx="681228" cy="1880555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64234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903720" y="5157216"/>
            <a:ext cx="475488" cy="0"/>
          </a:xfrm>
          <a:prstGeom prst="line">
            <a:avLst/>
          </a:prstGeom>
          <a:noFill/>
          <a:ln w="19050">
            <a:solidFill>
              <a:srgbClr val="B91C1C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52551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国潮东方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国潮东方</dc:title>
  <dc:subject>Editable style candidate sample</dc:subject>
  <dc:creator>Codex</dc:creator>
  <cp:lastModifiedBy>Codex</cp:lastModifiedBy>
  <cp:revision>1</cp:revision>
  <dcterms:created xsi:type="dcterms:W3CDTF">2026-05-07T04:13:40Z</dcterms:created>
  <dcterms:modified xsi:type="dcterms:W3CDTF">2026-05-07T04:13:40Z</dcterms:modified>
</cp:coreProperties>
</file>