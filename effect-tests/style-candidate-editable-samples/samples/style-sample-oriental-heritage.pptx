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 w="12700">
            <a:solidFill>
              <a:srgbClr val="FAF8F2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oriental-heri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463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品牌战略解读样张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58368" y="1975104"/>
            <a:ext cx="4892040" cy="1920240"/>
          </a:xfrm>
          <a:prstGeom prst="roundRect">
            <a:avLst>
              <a:gd name="adj" fmla="val 3810"/>
            </a:avLst>
          </a:prstGeom>
          <a:solidFill>
            <a:srgbClr val="F7EFE0">
              <a:alpha val="92000"/>
            </a:srgbClr>
          </a:solidFill>
          <a:ln w="12700">
            <a:solidFill>
              <a:srgbClr val="B91C1C">
                <a:alpha val="62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6112" y="2249424"/>
            <a:ext cx="475488" cy="0"/>
          </a:xfrm>
          <a:prstGeom prst="line">
            <a:avLst/>
          </a:prstGeom>
          <a:noFill/>
          <a:ln w="25400">
            <a:solidFill>
              <a:srgbClr val="B91C1C">
                <a:alpha val="92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32688" y="23957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趋势脉络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32688" y="2852928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新技术落地不是一阵风，而是从器、术、法到组织文化的一次长期演进。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50976" y="3529584"/>
            <a:ext cx="73152" cy="7315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15568" y="347472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以器入局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950976" y="3776472"/>
            <a:ext cx="73152" cy="73152"/>
          </a:xfrm>
          <a:prstGeom prst="ellipse">
            <a:avLst/>
          </a:prstGeom>
          <a:solidFill>
            <a:srgbClr val="17171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15568" y="372160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以术成事</a:t>
            </a:r>
            <a:endParaRPr lang="en-US" sz="820" dirty="0"/>
          </a:p>
        </p:txBody>
      </p:sp>
      <p:sp>
        <p:nvSpPr>
          <p:cNvPr id="15" name="Shape 12"/>
          <p:cNvSpPr/>
          <p:nvPr/>
        </p:nvSpPr>
        <p:spPr>
          <a:xfrm>
            <a:off x="950976" y="4023360"/>
            <a:ext cx="73152" cy="7315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15568" y="3968496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以法固化</a:t>
            </a:r>
            <a:endParaRPr lang="en-US" sz="820" dirty="0"/>
          </a:p>
        </p:txBody>
      </p:sp>
      <p:sp>
        <p:nvSpPr>
          <p:cNvPr id="17" name="Shape 14"/>
          <p:cNvSpPr/>
          <p:nvPr/>
        </p:nvSpPr>
        <p:spPr>
          <a:xfrm>
            <a:off x="713232" y="4736592"/>
            <a:ext cx="1261872" cy="694944"/>
          </a:xfrm>
          <a:prstGeom prst="roundRect">
            <a:avLst>
              <a:gd name="adj" fmla="val 10526"/>
            </a:avLst>
          </a:prstGeom>
          <a:solidFill>
            <a:srgbClr val="F3EADB">
              <a:alpha val="86000"/>
            </a:srgbClr>
          </a:solidFill>
          <a:ln w="12700">
            <a:solidFill>
              <a:srgbClr val="B91C1C">
                <a:alpha val="70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1248" y="4828032"/>
            <a:ext cx="1005840" cy="31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41248" y="5139660"/>
            <a:ext cx="1005840" cy="1806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2377440" y="4736592"/>
            <a:ext cx="1261872" cy="694944"/>
          </a:xfrm>
          <a:prstGeom prst="roundRect">
            <a:avLst>
              <a:gd name="adj" fmla="val 10526"/>
            </a:avLst>
          </a:prstGeom>
          <a:solidFill>
            <a:srgbClr val="FAF8F2">
              <a:alpha val="86000"/>
            </a:srgbClr>
          </a:solidFill>
          <a:ln w="12700">
            <a:solidFill>
              <a:srgbClr val="171717">
                <a:alpha val="70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505456" y="4828032"/>
            <a:ext cx="1005840" cy="31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71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2505456" y="5139660"/>
            <a:ext cx="1005840" cy="1806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4041648" y="4736592"/>
            <a:ext cx="1261872" cy="694944"/>
          </a:xfrm>
          <a:prstGeom prst="roundRect">
            <a:avLst>
              <a:gd name="adj" fmla="val 10526"/>
            </a:avLst>
          </a:prstGeom>
          <a:solidFill>
            <a:srgbClr val="F3EADB">
              <a:alpha val="86000"/>
            </a:srgbClr>
          </a:solidFill>
          <a:ln w="12700">
            <a:solidFill>
              <a:srgbClr val="B91C1C">
                <a:alpha val="70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169664" y="4828032"/>
            <a:ext cx="1005840" cy="31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169664" y="5139660"/>
            <a:ext cx="1005840" cy="1806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60" dirty="0"/>
          </a:p>
        </p:txBody>
      </p:sp>
      <p:sp>
        <p:nvSpPr>
          <p:cNvPr id="26" name="Text 23"/>
          <p:cNvSpPr/>
          <p:nvPr/>
        </p:nvSpPr>
        <p:spPr>
          <a:xfrm>
            <a:off x="6876288" y="14173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39712" y="1810512"/>
            <a:ext cx="3767328" cy="0"/>
          </a:xfrm>
          <a:prstGeom prst="line">
            <a:avLst/>
          </a:prstGeom>
          <a:noFill/>
          <a:ln w="15240">
            <a:solidFill>
              <a:srgbClr val="B91C1C">
                <a:alpha val="6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20840" y="3931920"/>
            <a:ext cx="3767328" cy="0"/>
          </a:xfrm>
          <a:prstGeom prst="line">
            <a:avLst/>
          </a:prstGeom>
          <a:noFill/>
          <a:ln w="12700">
            <a:solidFill>
              <a:srgbClr val="A7A7A7">
                <a:alpha val="70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922008" y="3117738"/>
            <a:ext cx="690372" cy="81418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85432" y="4059936"/>
            <a:ext cx="7635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起</a:t>
            </a:r>
            <a:endParaRPr lang="en-US" sz="680" dirty="0"/>
          </a:p>
        </p:txBody>
      </p:sp>
      <p:sp>
        <p:nvSpPr>
          <p:cNvPr id="31" name="Shape 28"/>
          <p:cNvSpPr/>
          <p:nvPr/>
        </p:nvSpPr>
        <p:spPr>
          <a:xfrm>
            <a:off x="7813548" y="2691262"/>
            <a:ext cx="690372" cy="124065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76972" y="4059936"/>
            <a:ext cx="7635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承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8705088" y="2419868"/>
            <a:ext cx="690372" cy="15120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668512" y="4059936"/>
            <a:ext cx="7635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9596628" y="2167860"/>
            <a:ext cx="690372" cy="1764060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560052" y="4059936"/>
            <a:ext cx="7635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</a:t>
            </a:r>
            <a:endParaRPr lang="en-US" sz="680" dirty="0"/>
          </a:p>
        </p:txBody>
      </p:sp>
      <p:sp>
        <p:nvSpPr>
          <p:cNvPr id="37" name="Shape 34"/>
          <p:cNvSpPr/>
          <p:nvPr/>
        </p:nvSpPr>
        <p:spPr>
          <a:xfrm>
            <a:off x="6858000" y="4846320"/>
            <a:ext cx="475488" cy="0"/>
          </a:xfrm>
          <a:prstGeom prst="line">
            <a:avLst/>
          </a:prstGeom>
          <a:noFill/>
          <a:ln w="19050">
            <a:solidFill>
              <a:srgbClr val="B91C1C">
                <a:alpha val="90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479792" y="475488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国潮东方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国潮东方</dc:title>
  <dc:subject>Editable style candidate sample</dc:subject>
  <dc:creator>Codex</dc:creator>
  <cp:lastModifiedBy>Codex</cp:lastModifiedBy>
  <cp:revision>1</cp:revision>
  <dcterms:created xsi:type="dcterms:W3CDTF">2026-05-07T03:44:06Z</dcterms:created>
  <dcterms:modified xsi:type="dcterms:W3CDTF">2026-05-07T03:44:06Z</dcterms:modified>
</cp:coreProperties>
</file>