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playful-an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培训课程样张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670048" y="1883664"/>
            <a:ext cx="4251960" cy="0"/>
          </a:xfrm>
          <a:prstGeom prst="line">
            <a:avLst/>
          </a:prstGeom>
          <a:noFill/>
          <a:ln w="15240">
            <a:solidFill>
              <a:srgbClr val="F59E0B">
                <a:alpha val="82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70048" y="20665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学习目标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670048" y="2569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用轻量案例解释 AI 应用趋势，让非技术团队也能判断哪些场景值得优先试点。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2688336" y="338328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52928" y="3328416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看懂趋势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2688336" y="3675888"/>
            <a:ext cx="73152" cy="7315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52928" y="3621024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识别场景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2688336" y="396849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52928" y="3913632"/>
            <a:ext cx="3127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设计试点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2615184" y="4736592"/>
            <a:ext cx="530352" cy="0"/>
          </a:xfrm>
          <a:prstGeom prst="line">
            <a:avLst/>
          </a:prstGeom>
          <a:noFill/>
          <a:ln w="25400">
            <a:solidFill>
              <a:srgbClr val="F59E0B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15184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2615184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4242816" y="4736592"/>
            <a:ext cx="530352" cy="0"/>
          </a:xfrm>
          <a:prstGeom prst="line">
            <a:avLst/>
          </a:prstGeom>
          <a:noFill/>
          <a:ln w="25400">
            <a:solidFill>
              <a:srgbClr val="FF7AA2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42816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AA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242816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5870448" y="4736592"/>
            <a:ext cx="530352" cy="0"/>
          </a:xfrm>
          <a:prstGeom prst="line">
            <a:avLst/>
          </a:prstGeom>
          <a:noFill/>
          <a:ln w="25400">
            <a:solidFill>
              <a:srgbClr val="F59E0B">
                <a:alpha val="8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70448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870448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6720840" y="13990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83080"/>
            <a:ext cx="3611880" cy="0"/>
          </a:xfrm>
          <a:prstGeom prst="line">
            <a:avLst/>
          </a:prstGeom>
          <a:noFill/>
          <a:ln w="15240">
            <a:solidFill>
              <a:srgbClr val="F59E0B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334256"/>
            <a:ext cx="3611880" cy="0"/>
          </a:xfrm>
          <a:prstGeom prst="line">
            <a:avLst/>
          </a:prstGeom>
          <a:noFill/>
          <a:ln w="12700">
            <a:solidFill>
              <a:srgbClr val="586174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416381"/>
            <a:ext cx="651510" cy="9178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462272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认知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01534" y="2935590"/>
            <a:ext cx="651510" cy="1398666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64958" y="4462272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554212" y="2629632"/>
            <a:ext cx="651510" cy="1704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17636" y="4462272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06890" y="2345527"/>
            <a:ext cx="651510" cy="1988729"/>
          </a:xfrm>
          <a:prstGeom prst="rect">
            <a:avLst/>
          </a:prstGeom>
          <a:solidFill>
            <a:srgbClr val="FF7AA2"/>
          </a:solidFill>
          <a:ln w="12700">
            <a:solidFill>
              <a:srgbClr val="FF7AA2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70314" y="4462272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340096"/>
            <a:ext cx="475488" cy="0"/>
          </a:xfrm>
          <a:prstGeom prst="line">
            <a:avLst/>
          </a:prstGeom>
          <a:noFill/>
          <a:ln w="1905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24865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8617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59E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活泼动漫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活泼动漫</dc:title>
  <dc:subject>Editable style candidate sample</dc:subject>
  <dc:creator>Codex</dc:creator>
  <cp:lastModifiedBy>Codex</cp:lastModifiedBy>
  <cp:revision>1</cp:revision>
  <dcterms:created xsi:type="dcterms:W3CDTF">2026-05-07T04:32:54Z</dcterms:created>
  <dcterms:modified xsi:type="dcterms:W3CDTF">2026-05-07T04:32:54Z</dcterms:modified>
</cp:coreProperties>
</file>