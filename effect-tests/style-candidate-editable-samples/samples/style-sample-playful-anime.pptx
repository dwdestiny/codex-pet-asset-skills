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playful-an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培训课程样张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76656" y="1938528"/>
            <a:ext cx="4983480" cy="1938528"/>
          </a:xfrm>
          <a:prstGeom prst="roundRect">
            <a:avLst>
              <a:gd name="adj" fmla="val 3774"/>
            </a:avLst>
          </a:prstGeom>
          <a:solidFill>
            <a:srgbClr val="FFF8EC">
              <a:alpha val="66000"/>
            </a:srgbClr>
          </a:solidFill>
          <a:ln w="12700">
            <a:solidFill>
              <a:srgbClr val="F59E0B">
                <a:alpha val="42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32688" y="22311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学习目标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32688" y="267004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用轻量案例解释 AI 应用趋势，让非技术团队也能判断哪些场景值得优先试点。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60120" y="349300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24712" y="343814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看懂趋势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960120" y="3767328"/>
            <a:ext cx="73152" cy="7315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24712" y="371246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识别场景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960120" y="404164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24712" y="398678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设计试点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498848"/>
            <a:ext cx="1417320" cy="749808"/>
          </a:xfrm>
          <a:prstGeom prst="roundRect">
            <a:avLst>
              <a:gd name="adj" fmla="val 9756"/>
            </a:avLst>
          </a:prstGeom>
          <a:solidFill>
            <a:srgbClr val="FFF4D6">
              <a:alpha val="78000"/>
            </a:srgbClr>
          </a:solidFill>
          <a:ln w="12700">
            <a:solidFill>
              <a:srgbClr val="F59E0B">
                <a:alpha val="66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1248" y="4590288"/>
            <a:ext cx="1161288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41248" y="4933737"/>
            <a:ext cx="1161288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60" dirty="0"/>
          </a:p>
        </p:txBody>
      </p:sp>
      <p:sp>
        <p:nvSpPr>
          <p:cNvPr id="19" name="Shape 16"/>
          <p:cNvSpPr/>
          <p:nvPr/>
        </p:nvSpPr>
        <p:spPr>
          <a:xfrm>
            <a:off x="2395728" y="4498848"/>
            <a:ext cx="1417320" cy="749808"/>
          </a:xfrm>
          <a:prstGeom prst="roundRect">
            <a:avLst>
              <a:gd name="adj" fmla="val 9756"/>
            </a:avLst>
          </a:prstGeom>
          <a:solidFill>
            <a:srgbClr val="FFF4D6">
              <a:alpha val="78000"/>
            </a:srgbClr>
          </a:solidFill>
          <a:ln w="12700">
            <a:solidFill>
              <a:srgbClr val="FF7AA2">
                <a:alpha val="66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23744" y="4590288"/>
            <a:ext cx="1161288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7AA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523744" y="4933737"/>
            <a:ext cx="1161288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60" dirty="0"/>
          </a:p>
        </p:txBody>
      </p:sp>
      <p:sp>
        <p:nvSpPr>
          <p:cNvPr id="22" name="Shape 19"/>
          <p:cNvSpPr/>
          <p:nvPr/>
        </p:nvSpPr>
        <p:spPr>
          <a:xfrm>
            <a:off x="4078224" y="4498848"/>
            <a:ext cx="1417320" cy="749808"/>
          </a:xfrm>
          <a:prstGeom prst="roundRect">
            <a:avLst>
              <a:gd name="adj" fmla="val 9756"/>
            </a:avLst>
          </a:prstGeom>
          <a:solidFill>
            <a:srgbClr val="FFF4D6">
              <a:alpha val="78000"/>
            </a:srgbClr>
          </a:solidFill>
          <a:ln w="12700">
            <a:solidFill>
              <a:srgbClr val="F59E0B">
                <a:alpha val="66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4590288"/>
            <a:ext cx="1161288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206240" y="4933737"/>
            <a:ext cx="1161288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60" dirty="0"/>
          </a:p>
        </p:txBody>
      </p:sp>
      <p:sp>
        <p:nvSpPr>
          <p:cNvPr id="25" name="Shape 22"/>
          <p:cNvSpPr/>
          <p:nvPr/>
        </p:nvSpPr>
        <p:spPr>
          <a:xfrm>
            <a:off x="6583680" y="1097280"/>
            <a:ext cx="4498848" cy="4187952"/>
          </a:xfrm>
          <a:prstGeom prst="roundRect">
            <a:avLst>
              <a:gd name="adj" fmla="val 1747"/>
            </a:avLst>
          </a:prstGeom>
          <a:solidFill>
            <a:srgbClr val="FFFDF7">
              <a:alpha val="58000"/>
            </a:srgbClr>
          </a:solidFill>
          <a:ln w="12700">
            <a:solidFill>
              <a:srgbClr val="FF7AA2">
                <a:alpha val="40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13533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903720" y="3895344"/>
            <a:ext cx="3611880" cy="0"/>
          </a:xfrm>
          <a:prstGeom prst="line">
            <a:avLst/>
          </a:prstGeom>
          <a:noFill/>
          <a:ln w="12700">
            <a:solidFill>
              <a:srgbClr val="586174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104888" y="3065800"/>
            <a:ext cx="651510" cy="8295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068312" y="4023360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认知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957566" y="2631277"/>
            <a:ext cx="651510" cy="1264067"/>
          </a:xfrm>
          <a:prstGeom prst="rect">
            <a:avLst/>
          </a:prstGeom>
          <a:solidFill>
            <a:srgbClr val="FF7AA2"/>
          </a:solidFill>
          <a:ln w="12700">
            <a:solidFill>
              <a:srgbClr val="FF7AA2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20990" y="4023360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810244" y="2354763"/>
            <a:ext cx="651510" cy="1540581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73668" y="4023360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练习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662922" y="2097999"/>
            <a:ext cx="651510" cy="1797345"/>
          </a:xfrm>
          <a:prstGeom prst="rect">
            <a:avLst/>
          </a:prstGeom>
          <a:solidFill>
            <a:srgbClr val="FF7AA2"/>
          </a:solidFill>
          <a:ln w="12700">
            <a:solidFill>
              <a:srgbClr val="FF7AA2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626346" y="4023360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949440" y="4809744"/>
            <a:ext cx="475488" cy="0"/>
          </a:xfrm>
          <a:prstGeom prst="line">
            <a:avLst/>
          </a:prstGeom>
          <a:noFill/>
          <a:ln w="19050">
            <a:solidFill>
              <a:srgbClr val="F59E0B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571232" y="4718304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活泼动漫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活泼动漫</dc:title>
  <dc:subject>Editable style candidate sample</dc:subject>
  <dc:creator>Codex</dc:creator>
  <cp:lastModifiedBy>Codex</cp:lastModifiedBy>
  <cp:revision>1</cp:revision>
  <dcterms:created xsi:type="dcterms:W3CDTF">2026-05-07T03:44:05Z</dcterms:created>
  <dcterms:modified xsi:type="dcterms:W3CDTF">2026-05-07T03:44:05Z</dcterms:modified>
</cp:coreProperties>
</file>