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97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future-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463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产品发布会样张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49808" y="1938528"/>
            <a:ext cx="4251960" cy="0"/>
          </a:xfrm>
          <a:prstGeom prst="line">
            <a:avLst/>
          </a:prstGeom>
          <a:noFill/>
          <a:ln w="15240">
            <a:solidFill>
              <a:srgbClr val="0097A7">
                <a:alpha val="65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21214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能力模块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49808" y="262432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下一代 AI 应用将围绕多模态输入、智能执行、可信审计和生态连接展开。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768096" y="3438144"/>
            <a:ext cx="73152" cy="73152"/>
          </a:xfrm>
          <a:prstGeom prst="ellipse">
            <a:avLst/>
          </a:prstGeom>
          <a:solidFill>
            <a:srgbClr val="0097A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2688" y="338328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多模态入口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768096" y="3730752"/>
            <a:ext cx="73152" cy="73152"/>
          </a:xfrm>
          <a:prstGeom prst="ellipse">
            <a:avLst/>
          </a:prstGeom>
          <a:solidFill>
            <a:srgbClr val="00D4D8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367588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自动化执行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768096" y="4023360"/>
            <a:ext cx="73152" cy="73152"/>
          </a:xfrm>
          <a:prstGeom prst="ellipse">
            <a:avLst/>
          </a:prstGeom>
          <a:solidFill>
            <a:srgbClr val="0097A7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396849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企业级治理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713232" y="4736592"/>
            <a:ext cx="530352" cy="0"/>
          </a:xfrm>
          <a:prstGeom prst="line">
            <a:avLst/>
          </a:prstGeom>
          <a:noFill/>
          <a:ln w="25400">
            <a:solidFill>
              <a:srgbClr val="0097A7">
                <a:alpha val="78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13232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80" dirty="0"/>
          </a:p>
        </p:txBody>
      </p:sp>
      <p:sp>
        <p:nvSpPr>
          <p:cNvPr id="19" name="Shape 16"/>
          <p:cNvSpPr/>
          <p:nvPr/>
        </p:nvSpPr>
        <p:spPr>
          <a:xfrm>
            <a:off x="2395728" y="4736592"/>
            <a:ext cx="530352" cy="0"/>
          </a:xfrm>
          <a:prstGeom prst="line">
            <a:avLst/>
          </a:prstGeom>
          <a:noFill/>
          <a:ln w="25400">
            <a:solidFill>
              <a:srgbClr val="00D4D8">
                <a:alpha val="78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395728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D4D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395728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80" dirty="0"/>
          </a:p>
        </p:txBody>
      </p:sp>
      <p:sp>
        <p:nvSpPr>
          <p:cNvPr id="22" name="Shape 19"/>
          <p:cNvSpPr/>
          <p:nvPr/>
        </p:nvSpPr>
        <p:spPr>
          <a:xfrm>
            <a:off x="4078224" y="4736592"/>
            <a:ext cx="530352" cy="0"/>
          </a:xfrm>
          <a:prstGeom prst="line">
            <a:avLst/>
          </a:prstGeom>
          <a:noFill/>
          <a:ln w="25400">
            <a:solidFill>
              <a:srgbClr val="0097A7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078224" y="4864608"/>
            <a:ext cx="1225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078224" y="5230368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80" dirty="0"/>
          </a:p>
        </p:txBody>
      </p:sp>
      <p:sp>
        <p:nvSpPr>
          <p:cNvPr id="25" name="Text 22"/>
          <p:cNvSpPr/>
          <p:nvPr/>
        </p:nvSpPr>
        <p:spPr>
          <a:xfrm>
            <a:off x="6720840" y="13350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720840" y="1719072"/>
            <a:ext cx="3730752" cy="0"/>
          </a:xfrm>
          <a:prstGeom prst="line">
            <a:avLst/>
          </a:prstGeom>
          <a:noFill/>
          <a:ln w="15240">
            <a:solidFill>
              <a:srgbClr val="0097A7">
                <a:alpha val="6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647688" y="4151376"/>
            <a:ext cx="3730752" cy="0"/>
          </a:xfrm>
          <a:prstGeom prst="line">
            <a:avLst/>
          </a:prstGeom>
          <a:noFill/>
          <a:ln w="12700">
            <a:solidFill>
              <a:srgbClr val="315D82">
                <a:alpha val="7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48856" y="3283428"/>
            <a:ext cx="681228" cy="867948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12280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输入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7731252" y="2828788"/>
            <a:ext cx="681228" cy="1322588"/>
          </a:xfrm>
          <a:prstGeom prst="rect">
            <a:avLst/>
          </a:prstGeom>
          <a:solidFill>
            <a:srgbClr val="00D4D8"/>
          </a:solidFill>
          <a:ln w="12700">
            <a:solidFill>
              <a:srgbClr val="00D4D8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694676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推理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8613648" y="2539472"/>
            <a:ext cx="681228" cy="1611904"/>
          </a:xfrm>
          <a:prstGeom prst="rect">
            <a:avLst/>
          </a:prstGeom>
          <a:solidFill>
            <a:srgbClr val="0097A7"/>
          </a:solidFill>
          <a:ln w="12700">
            <a:solidFill>
              <a:srgbClr val="0097A7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577072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9496044" y="2270821"/>
            <a:ext cx="681228" cy="1880555"/>
          </a:xfrm>
          <a:prstGeom prst="rect">
            <a:avLst/>
          </a:prstGeom>
          <a:solidFill>
            <a:srgbClr val="00D4D8"/>
          </a:solidFill>
          <a:ln w="12700">
            <a:solidFill>
              <a:srgbClr val="00D4D8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459468" y="4279392"/>
            <a:ext cx="7543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审计</a:t>
            </a:r>
            <a:endParaRPr lang="en-US" sz="680" dirty="0"/>
          </a:p>
        </p:txBody>
      </p:sp>
      <p:sp>
        <p:nvSpPr>
          <p:cNvPr id="36" name="Shape 33"/>
          <p:cNvSpPr/>
          <p:nvPr/>
        </p:nvSpPr>
        <p:spPr>
          <a:xfrm>
            <a:off x="6720840" y="5157216"/>
            <a:ext cx="475488" cy="0"/>
          </a:xfrm>
          <a:prstGeom prst="line">
            <a:avLst/>
          </a:prstGeom>
          <a:noFill/>
          <a:ln w="19050">
            <a:solidFill>
              <a:srgbClr val="0097A7">
                <a:alpha val="90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42632" y="5065776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8" name="Text 35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0097A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未来科技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未来科技</dc:title>
  <dc:subject>Editable style candidate sample</dc:subject>
  <dc:creator>Codex</dc:creator>
  <cp:lastModifiedBy>Codex</cp:lastModifiedBy>
  <cp:revision>1</cp:revision>
  <dcterms:created xsi:type="dcterms:W3CDTF">2026-05-07T04:32:55Z</dcterms:created>
  <dcterms:modified xsi:type="dcterms:W3CDTF">2026-05-07T04:32:55Z</dcterms:modified>
</cp:coreProperties>
</file>