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97A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97A7"/>
          </a:solidFill>
          <a:ln w="12700">
            <a:solidFill>
              <a:srgbClr val="0097A7">
                <a:alpha val="0"/>
              </a:srgbClr>
            </a:solidFill>
            <a:prstDash val="solid"/>
          </a:ln>
        </p:spPr>
      </p:sp>
      <p:pic>
        <p:nvPicPr>
          <p:cNvPr id="3" name="Image 0" descr="/Users/dw/Desktop/codex-visual-asset-skills/effect-tests/style-candidate-editable-samples/assets/background-future-tec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58368" y="420624"/>
            <a:ext cx="2011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97A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2026 RESEARCH</a:t>
            </a:r>
            <a:endParaRPr lang="en-US" sz="750" dirty="0"/>
          </a:p>
        </p:txBody>
      </p:sp>
      <p:sp>
        <p:nvSpPr>
          <p:cNvPr id="5" name="Text 2"/>
          <p:cNvSpPr/>
          <p:nvPr/>
        </p:nvSpPr>
        <p:spPr>
          <a:xfrm>
            <a:off x="658368" y="694944"/>
            <a:ext cx="5623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2026 AI 应用趋势调研</a:t>
            </a:r>
            <a:endParaRPr lang="en-US" sz="2500" dirty="0"/>
          </a:p>
        </p:txBody>
      </p:sp>
      <p:sp>
        <p:nvSpPr>
          <p:cNvPr id="6" name="Text 3"/>
          <p:cNvSpPr/>
          <p:nvPr/>
        </p:nvSpPr>
        <p:spPr>
          <a:xfrm>
            <a:off x="694944" y="1463040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097A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AI 产品发布会样张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749808" y="1938528"/>
            <a:ext cx="4251960" cy="0"/>
          </a:xfrm>
          <a:prstGeom prst="line">
            <a:avLst/>
          </a:prstGeom>
          <a:noFill/>
          <a:ln w="15240">
            <a:solidFill>
              <a:srgbClr val="0097A7">
                <a:alpha val="65000"/>
              </a:srgbClr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212140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能力模块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749808" y="2624328"/>
            <a:ext cx="4343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20" dirty="0">
                <a:solidFill>
                  <a:srgbClr val="A7C3D9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下一代 AI 应用将围绕多模态输入、智能执行、可信审计和生态连接展开。</a:t>
            </a:r>
            <a:endParaRPr lang="en-US" sz="1120" dirty="0"/>
          </a:p>
        </p:txBody>
      </p:sp>
      <p:sp>
        <p:nvSpPr>
          <p:cNvPr id="10" name="Shape 7"/>
          <p:cNvSpPr/>
          <p:nvPr/>
        </p:nvSpPr>
        <p:spPr>
          <a:xfrm>
            <a:off x="768096" y="3438144"/>
            <a:ext cx="73152" cy="73152"/>
          </a:xfrm>
          <a:prstGeom prst="ellipse">
            <a:avLst/>
          </a:prstGeom>
          <a:solidFill>
            <a:srgbClr val="0097A7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32688" y="3383280"/>
            <a:ext cx="3474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30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多模态入口</a:t>
            </a:r>
            <a:endParaRPr lang="en-US" sz="830" dirty="0"/>
          </a:p>
        </p:txBody>
      </p:sp>
      <p:sp>
        <p:nvSpPr>
          <p:cNvPr id="12" name="Shape 9"/>
          <p:cNvSpPr/>
          <p:nvPr/>
        </p:nvSpPr>
        <p:spPr>
          <a:xfrm>
            <a:off x="768096" y="3730752"/>
            <a:ext cx="73152" cy="73152"/>
          </a:xfrm>
          <a:prstGeom prst="ellipse">
            <a:avLst/>
          </a:prstGeom>
          <a:solidFill>
            <a:srgbClr val="00D4D8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932688" y="3675888"/>
            <a:ext cx="3474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30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自动化执行</a:t>
            </a:r>
            <a:endParaRPr lang="en-US" sz="830" dirty="0"/>
          </a:p>
        </p:txBody>
      </p:sp>
      <p:sp>
        <p:nvSpPr>
          <p:cNvPr id="14" name="Shape 11"/>
          <p:cNvSpPr/>
          <p:nvPr/>
        </p:nvSpPr>
        <p:spPr>
          <a:xfrm>
            <a:off x="768096" y="4023360"/>
            <a:ext cx="73152" cy="73152"/>
          </a:xfrm>
          <a:prstGeom prst="ellipse">
            <a:avLst/>
          </a:prstGeom>
          <a:solidFill>
            <a:srgbClr val="0097A7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32688" y="3968496"/>
            <a:ext cx="3474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30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企业级治理</a:t>
            </a:r>
            <a:endParaRPr lang="en-US" sz="830" dirty="0"/>
          </a:p>
        </p:txBody>
      </p:sp>
      <p:sp>
        <p:nvSpPr>
          <p:cNvPr id="16" name="Shape 13"/>
          <p:cNvSpPr/>
          <p:nvPr/>
        </p:nvSpPr>
        <p:spPr>
          <a:xfrm>
            <a:off x="713232" y="4736592"/>
            <a:ext cx="1353312" cy="621792"/>
          </a:xfrm>
          <a:prstGeom prst="roundRect">
            <a:avLst>
              <a:gd name="adj" fmla="val 11765"/>
            </a:avLst>
          </a:prstGeom>
          <a:solidFill>
            <a:srgbClr val="071B34">
              <a:alpha val="70000"/>
            </a:srgbClr>
          </a:solidFill>
          <a:ln w="12700">
            <a:solidFill>
              <a:srgbClr val="0097A7">
                <a:alpha val="64000"/>
              </a:srgbClr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841248" y="4828032"/>
            <a:ext cx="1097280" cy="286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097A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73%</a:t>
            </a:r>
            <a:endParaRPr lang="en-US" sz="1800" dirty="0"/>
          </a:p>
        </p:txBody>
      </p:sp>
      <p:sp>
        <p:nvSpPr>
          <p:cNvPr id="18" name="Text 15"/>
          <p:cNvSpPr/>
          <p:nvPr/>
        </p:nvSpPr>
        <p:spPr>
          <a:xfrm>
            <a:off x="841248" y="5097231"/>
            <a:ext cx="1097280" cy="16166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6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企业已进入试点</a:t>
            </a:r>
            <a:endParaRPr lang="en-US" sz="760" dirty="0"/>
          </a:p>
        </p:txBody>
      </p:sp>
      <p:sp>
        <p:nvSpPr>
          <p:cNvPr id="19" name="Shape 16"/>
          <p:cNvSpPr/>
          <p:nvPr/>
        </p:nvSpPr>
        <p:spPr>
          <a:xfrm>
            <a:off x="2395728" y="4736592"/>
            <a:ext cx="1353312" cy="621792"/>
          </a:xfrm>
          <a:prstGeom prst="roundRect">
            <a:avLst>
              <a:gd name="adj" fmla="val 11765"/>
            </a:avLst>
          </a:prstGeom>
          <a:solidFill>
            <a:srgbClr val="071B34">
              <a:alpha val="70000"/>
            </a:srgbClr>
          </a:solidFill>
          <a:ln w="12700">
            <a:solidFill>
              <a:srgbClr val="00D4D8">
                <a:alpha val="64000"/>
              </a:srgbClr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2523744" y="4828032"/>
            <a:ext cx="1097280" cy="286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0D4D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3x</a:t>
            </a:r>
            <a:endParaRPr lang="en-US" sz="1800" dirty="0"/>
          </a:p>
        </p:txBody>
      </p:sp>
      <p:sp>
        <p:nvSpPr>
          <p:cNvPr id="21" name="Text 18"/>
          <p:cNvSpPr/>
          <p:nvPr/>
        </p:nvSpPr>
        <p:spPr>
          <a:xfrm>
            <a:off x="2523744" y="5097231"/>
            <a:ext cx="1097280" cy="16166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6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高频任务提效</a:t>
            </a:r>
            <a:endParaRPr lang="en-US" sz="760" dirty="0"/>
          </a:p>
        </p:txBody>
      </p:sp>
      <p:sp>
        <p:nvSpPr>
          <p:cNvPr id="22" name="Shape 19"/>
          <p:cNvSpPr/>
          <p:nvPr/>
        </p:nvSpPr>
        <p:spPr>
          <a:xfrm>
            <a:off x="4078224" y="4736592"/>
            <a:ext cx="1353312" cy="621792"/>
          </a:xfrm>
          <a:prstGeom prst="roundRect">
            <a:avLst>
              <a:gd name="adj" fmla="val 11765"/>
            </a:avLst>
          </a:prstGeom>
          <a:solidFill>
            <a:srgbClr val="071B34">
              <a:alpha val="70000"/>
            </a:srgbClr>
          </a:solidFill>
          <a:ln w="12700">
            <a:solidFill>
              <a:srgbClr val="0097A7">
                <a:alpha val="64000"/>
              </a:srgbClr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206240" y="4828032"/>
            <a:ext cx="1097280" cy="286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097A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2026</a:t>
            </a:r>
            <a:endParaRPr lang="en-US" sz="1800" dirty="0"/>
          </a:p>
        </p:txBody>
      </p:sp>
      <p:sp>
        <p:nvSpPr>
          <p:cNvPr id="24" name="Text 21"/>
          <p:cNvSpPr/>
          <p:nvPr/>
        </p:nvSpPr>
        <p:spPr>
          <a:xfrm>
            <a:off x="4206240" y="5097231"/>
            <a:ext cx="1097280" cy="16166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6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规模化落地窗口</a:t>
            </a:r>
            <a:endParaRPr lang="en-US" sz="760" dirty="0"/>
          </a:p>
        </p:txBody>
      </p:sp>
      <p:sp>
        <p:nvSpPr>
          <p:cNvPr id="25" name="Text 22"/>
          <p:cNvSpPr/>
          <p:nvPr/>
        </p:nvSpPr>
        <p:spPr>
          <a:xfrm>
            <a:off x="6720840" y="1335024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趋势指数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6720840" y="1719072"/>
            <a:ext cx="3730752" cy="0"/>
          </a:xfrm>
          <a:prstGeom prst="line">
            <a:avLst/>
          </a:prstGeom>
          <a:noFill/>
          <a:ln w="15240">
            <a:solidFill>
              <a:srgbClr val="0097A7">
                <a:alpha val="65000"/>
              </a:srgbClr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6647688" y="4151376"/>
            <a:ext cx="3730752" cy="0"/>
          </a:xfrm>
          <a:prstGeom prst="line">
            <a:avLst/>
          </a:prstGeom>
          <a:noFill/>
          <a:ln w="12700">
            <a:solidFill>
              <a:srgbClr val="315D82">
                <a:alpha val="70000"/>
              </a:srgbClr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6848856" y="3283428"/>
            <a:ext cx="681228" cy="867948"/>
          </a:xfrm>
          <a:prstGeom prst="rect">
            <a:avLst/>
          </a:prstGeom>
          <a:solidFill>
            <a:srgbClr val="0097A7"/>
          </a:solidFill>
          <a:ln w="12700">
            <a:solidFill>
              <a:srgbClr val="0097A7">
                <a:alpha val="0"/>
              </a:srgbClr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6812280" y="4279392"/>
            <a:ext cx="7543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80" dirty="0">
                <a:solidFill>
                  <a:srgbClr val="A7C3D9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输入</a:t>
            </a:r>
            <a:endParaRPr lang="en-US" sz="680" dirty="0"/>
          </a:p>
        </p:txBody>
      </p:sp>
      <p:sp>
        <p:nvSpPr>
          <p:cNvPr id="30" name="Shape 27"/>
          <p:cNvSpPr/>
          <p:nvPr/>
        </p:nvSpPr>
        <p:spPr>
          <a:xfrm>
            <a:off x="7731252" y="2828788"/>
            <a:ext cx="681228" cy="1322588"/>
          </a:xfrm>
          <a:prstGeom prst="rect">
            <a:avLst/>
          </a:prstGeom>
          <a:solidFill>
            <a:srgbClr val="00D4D8"/>
          </a:solidFill>
          <a:ln w="12700">
            <a:solidFill>
              <a:srgbClr val="00D4D8">
                <a:alpha val="0"/>
              </a:srgbClr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7694676" y="4279392"/>
            <a:ext cx="7543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80" dirty="0">
                <a:solidFill>
                  <a:srgbClr val="A7C3D9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推理</a:t>
            </a:r>
            <a:endParaRPr lang="en-US" sz="680" dirty="0"/>
          </a:p>
        </p:txBody>
      </p:sp>
      <p:sp>
        <p:nvSpPr>
          <p:cNvPr id="32" name="Shape 29"/>
          <p:cNvSpPr/>
          <p:nvPr/>
        </p:nvSpPr>
        <p:spPr>
          <a:xfrm>
            <a:off x="8613648" y="2539472"/>
            <a:ext cx="681228" cy="1611904"/>
          </a:xfrm>
          <a:prstGeom prst="rect">
            <a:avLst/>
          </a:prstGeom>
          <a:solidFill>
            <a:srgbClr val="0097A7"/>
          </a:solidFill>
          <a:ln w="12700">
            <a:solidFill>
              <a:srgbClr val="0097A7">
                <a:alpha val="0"/>
              </a:srgbClr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8577072" y="4279392"/>
            <a:ext cx="7543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80" dirty="0">
                <a:solidFill>
                  <a:srgbClr val="A7C3D9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执行</a:t>
            </a:r>
            <a:endParaRPr lang="en-US" sz="680" dirty="0"/>
          </a:p>
        </p:txBody>
      </p:sp>
      <p:sp>
        <p:nvSpPr>
          <p:cNvPr id="34" name="Shape 31"/>
          <p:cNvSpPr/>
          <p:nvPr/>
        </p:nvSpPr>
        <p:spPr>
          <a:xfrm>
            <a:off x="9496044" y="2270821"/>
            <a:ext cx="681228" cy="1880555"/>
          </a:xfrm>
          <a:prstGeom prst="rect">
            <a:avLst/>
          </a:prstGeom>
          <a:solidFill>
            <a:srgbClr val="00D4D8"/>
          </a:solidFill>
          <a:ln w="12700">
            <a:solidFill>
              <a:srgbClr val="00D4D8">
                <a:alpha val="0"/>
              </a:srgbClr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9459468" y="4279392"/>
            <a:ext cx="7543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80" dirty="0">
                <a:solidFill>
                  <a:srgbClr val="A7C3D9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审计</a:t>
            </a:r>
            <a:endParaRPr lang="en-US" sz="680" dirty="0"/>
          </a:p>
        </p:txBody>
      </p:sp>
      <p:sp>
        <p:nvSpPr>
          <p:cNvPr id="36" name="Shape 33"/>
          <p:cNvSpPr/>
          <p:nvPr/>
        </p:nvSpPr>
        <p:spPr>
          <a:xfrm>
            <a:off x="6720840" y="5157216"/>
            <a:ext cx="475488" cy="0"/>
          </a:xfrm>
          <a:prstGeom prst="line">
            <a:avLst/>
          </a:prstGeom>
          <a:noFill/>
          <a:ln w="19050">
            <a:solidFill>
              <a:srgbClr val="0097A7">
                <a:alpha val="90000"/>
              </a:srgbClr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7342632" y="5065776"/>
            <a:ext cx="3429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40" dirty="0">
                <a:solidFill>
                  <a:srgbClr val="A7C3D9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文字、数字和图表标签均为 PPT 可编辑对象</a:t>
            </a:r>
            <a:endParaRPr lang="en-US" sz="740" dirty="0"/>
          </a:p>
        </p:txBody>
      </p:sp>
      <p:sp>
        <p:nvSpPr>
          <p:cNvPr id="38" name="Text 35"/>
          <p:cNvSpPr/>
          <p:nvPr/>
        </p:nvSpPr>
        <p:spPr>
          <a:xfrm>
            <a:off x="9875520" y="6291072"/>
            <a:ext cx="914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0097A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未来科技</a:t>
            </a:r>
            <a:endParaRPr lang="en-US" sz="72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PingFang S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ingFang S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codex-visual-asset-skills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2026 AI 应用趋势调研 - 未来科技</dc:title>
  <dc:subject>Editable style candidate sample</dc:subject>
  <dc:creator>Codex</dc:creator>
  <cp:lastModifiedBy>Codex</cp:lastModifiedBy>
  <cp:revision>1</cp:revision>
  <dcterms:created xsi:type="dcterms:W3CDTF">2026-05-07T04:13:40Z</dcterms:created>
  <dcterms:modified xsi:type="dcterms:W3CDTF">2026-05-07T04:13:40Z</dcterms:modified>
</cp:coreProperties>
</file>