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7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candidate-editable-samples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6656" y="1938528"/>
            <a:ext cx="4983480" cy="1938528"/>
          </a:xfrm>
          <a:prstGeom prst="roundRect">
            <a:avLst>
              <a:gd name="adj" fmla="val 3774"/>
            </a:avLst>
          </a:prstGeom>
          <a:solidFill>
            <a:srgbClr val="061C3A">
              <a:alpha val="78000"/>
            </a:srgbClr>
          </a:solidFill>
          <a:ln w="12700">
            <a:solidFill>
              <a:srgbClr val="00D4D8">
                <a:alpha val="5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267004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60120" y="3493008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3438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960120" y="3767328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24712" y="37124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960120" y="4041648"/>
            <a:ext cx="73152" cy="73152"/>
          </a:xfrm>
          <a:prstGeom prst="ellipse">
            <a:avLst/>
          </a:prstGeom>
          <a:solidFill>
            <a:srgbClr val="0097A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" y="398678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713232" y="449884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071B34">
              <a:alpha val="78000"/>
            </a:srgbClr>
          </a:solidFill>
          <a:ln w="12700">
            <a:solidFill>
              <a:srgbClr val="0097A7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4590288"/>
            <a:ext cx="116128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1248" y="4933737"/>
            <a:ext cx="1161288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2395728" y="449884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071B34">
              <a:alpha val="78000"/>
            </a:srgbClr>
          </a:solidFill>
          <a:ln w="12700">
            <a:solidFill>
              <a:srgbClr val="00D4D8">
                <a:alpha val="7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23744" y="4590288"/>
            <a:ext cx="116128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2523744" y="4933737"/>
            <a:ext cx="1161288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4078224" y="4498848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071B34">
              <a:alpha val="78000"/>
            </a:srgbClr>
          </a:solidFill>
          <a:ln w="12700">
            <a:solidFill>
              <a:srgbClr val="0097A7">
                <a:alpha val="7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0" y="4590288"/>
            <a:ext cx="1161288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206240" y="4933737"/>
            <a:ext cx="1161288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6583680" y="1097280"/>
            <a:ext cx="4498848" cy="4187952"/>
          </a:xfrm>
          <a:prstGeom prst="roundRect">
            <a:avLst>
              <a:gd name="adj" fmla="val 1747"/>
            </a:avLst>
          </a:prstGeom>
          <a:solidFill>
            <a:srgbClr val="04192F">
              <a:alpha val="76000"/>
            </a:srgbClr>
          </a:solidFill>
          <a:ln w="12700">
            <a:solidFill>
              <a:srgbClr val="00D4D8">
                <a:alpha val="58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49440" y="1353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903720" y="3895344"/>
            <a:ext cx="3611880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04888" y="3065800"/>
            <a:ext cx="651510" cy="82954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68312" y="4023360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957566" y="2631277"/>
            <a:ext cx="651510" cy="1264067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20990" y="4023360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810244" y="2354763"/>
            <a:ext cx="651510" cy="1540581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73668" y="4023360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662922" y="2097999"/>
            <a:ext cx="651510" cy="1797345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26346" y="4023360"/>
            <a:ext cx="7246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6949440" y="4809744"/>
            <a:ext cx="475488" cy="0"/>
          </a:xfrm>
          <a:prstGeom prst="line">
            <a:avLst/>
          </a:prstGeom>
          <a:noFill/>
          <a:ln w="19050">
            <a:solidFill>
              <a:srgbClr val="0097A7">
                <a:alpha val="9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71232" y="47183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8" name="Text 3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097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未来科技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2026-05-07T03:44:07Z</dcterms:created>
  <dcterms:modified xsi:type="dcterms:W3CDTF">2026-05-07T03:44:07Z</dcterms:modified>
</cp:coreProperties>
</file>