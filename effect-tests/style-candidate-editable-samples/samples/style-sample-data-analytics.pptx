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D"/>
          </a:solidFill>
          <a:ln w="12700">
            <a:solidFill>
              <a:srgbClr val="020B1D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data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行业研究报告样张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" y="1938528"/>
            <a:ext cx="425196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6243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企业采用 AI 的竞争点，正从模型能力转向数据资产、流程嵌入和投入产出监控。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68096" y="3438144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试点数量增长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768096" y="3730752"/>
            <a:ext cx="73152" cy="73152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复用组件增加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768096" y="4023360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968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口径更严格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713232" y="4736592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3232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2395728" y="4736592"/>
            <a:ext cx="530352" cy="0"/>
          </a:xfrm>
          <a:prstGeom prst="line">
            <a:avLst/>
          </a:prstGeom>
          <a:noFill/>
          <a:ln w="25400">
            <a:solidFill>
              <a:srgbClr val="12C7D6">
                <a:alpha val="7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95728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395728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078224" y="4736592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78224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078224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672084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720840" y="1719072"/>
            <a:ext cx="3730752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47688" y="4151376"/>
            <a:ext cx="3730752" cy="0"/>
          </a:xfrm>
          <a:prstGeom prst="line">
            <a:avLst/>
          </a:prstGeom>
          <a:noFill/>
          <a:ln w="12700">
            <a:solidFill>
              <a:srgbClr val="2E6F9E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48856" y="3283428"/>
            <a:ext cx="681228" cy="867948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731252" y="2828788"/>
            <a:ext cx="681228" cy="1322588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9467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613648" y="2539472"/>
            <a:ext cx="681228" cy="1611904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7707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496044" y="2270821"/>
            <a:ext cx="681228" cy="1880555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5946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6720840" y="5157216"/>
            <a:ext cx="475488" cy="0"/>
          </a:xfrm>
          <a:prstGeom prst="line">
            <a:avLst/>
          </a:prstGeom>
          <a:noFill/>
          <a:ln w="19050">
            <a:solidFill>
              <a:srgbClr val="6C72FF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4263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数据分析</dc:title>
  <dc:subject>Editable style candidate sample</dc:subject>
  <dc:creator>Codex</dc:creator>
  <cp:lastModifiedBy>Codex</cp:lastModifiedBy>
  <cp:revision>1</cp:revision>
  <dcterms:created xsi:type="dcterms:W3CDTF">2026-05-07T04:32:54Z</dcterms:created>
  <dcterms:modified xsi:type="dcterms:W3CDTF">2026-05-07T04:32:54Z</dcterms:modified>
</cp:coreProperties>
</file>