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B1D"/>
          </a:solidFill>
          <a:ln w="12700">
            <a:solidFill>
              <a:srgbClr val="020B1D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data-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行业研究报告样张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1938528"/>
            <a:ext cx="4251960" cy="0"/>
          </a:xfrm>
          <a:prstGeom prst="line">
            <a:avLst/>
          </a:prstGeom>
          <a:noFill/>
          <a:ln w="15240">
            <a:solidFill>
              <a:srgbClr val="6C72FF">
                <a:alpha val="6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关键指标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企业采用 AI 的竞争点，正从模型能力转向数据资产、流程嵌入和投入产出监控。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768096" y="3438144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383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试点数量增长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68096" y="3730752"/>
            <a:ext cx="73152" cy="73152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复用组件增加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768096" y="4023360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9684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ROI 口径更严格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73659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08213C">
              <a:alpha val="70000"/>
            </a:srgbClr>
          </a:solidFill>
          <a:ln w="12700">
            <a:solidFill>
              <a:srgbClr val="6C72FF">
                <a:alpha val="64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1248" y="482803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41248" y="509723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19" name="Shape 16"/>
          <p:cNvSpPr/>
          <p:nvPr/>
        </p:nvSpPr>
        <p:spPr>
          <a:xfrm>
            <a:off x="2395728" y="473659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08213C">
              <a:alpha val="70000"/>
            </a:srgbClr>
          </a:solidFill>
          <a:ln w="12700">
            <a:solidFill>
              <a:srgbClr val="12C7D6">
                <a:alpha val="64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23744" y="482803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C7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523744" y="509723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4078224" y="473659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08213C">
              <a:alpha val="70000"/>
            </a:srgbClr>
          </a:solidFill>
          <a:ln w="12700">
            <a:solidFill>
              <a:srgbClr val="6C72FF">
                <a:alpha val="64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482803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206240" y="509723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672084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720840" y="1719072"/>
            <a:ext cx="3730752" cy="0"/>
          </a:xfrm>
          <a:prstGeom prst="line">
            <a:avLst/>
          </a:prstGeom>
          <a:noFill/>
          <a:ln w="15240">
            <a:solidFill>
              <a:srgbClr val="6C72FF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47688" y="4151376"/>
            <a:ext cx="3730752" cy="0"/>
          </a:xfrm>
          <a:prstGeom prst="line">
            <a:avLst/>
          </a:prstGeom>
          <a:noFill/>
          <a:ln w="12700">
            <a:solidFill>
              <a:srgbClr val="2E6F9E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48856" y="3283428"/>
            <a:ext cx="681228" cy="867948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1228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采纳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731252" y="2828788"/>
            <a:ext cx="681228" cy="1322588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9467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613648" y="2539472"/>
            <a:ext cx="681228" cy="1611904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7707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成本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496044" y="2270821"/>
            <a:ext cx="681228" cy="1880555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5946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收益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720840" y="5157216"/>
            <a:ext cx="475488" cy="0"/>
          </a:xfrm>
          <a:prstGeom prst="line">
            <a:avLst/>
          </a:prstGeom>
          <a:noFill/>
          <a:ln w="19050">
            <a:solidFill>
              <a:srgbClr val="6C72FF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4263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数据分析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数据分析</dc:title>
  <dc:subject>Editable style candidate sample</dc:subject>
  <dc:creator>Codex</dc:creator>
  <cp:lastModifiedBy>Codex</cp:lastModifiedBy>
  <cp:revision>1</cp:revision>
  <dcterms:created xsi:type="dcterms:W3CDTF">2026-05-07T04:13:40Z</dcterms:created>
  <dcterms:modified xsi:type="dcterms:W3CDTF">2026-05-07T04:13:40Z</dcterms:modified>
</cp:coreProperties>
</file>