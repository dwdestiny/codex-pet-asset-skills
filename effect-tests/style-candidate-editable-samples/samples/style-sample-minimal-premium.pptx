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asset-skills/effect-tests/style-candidate-editable-samples/assets/background-minimal-premi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420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58368" y="69494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94944" y="1463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董事会简报样张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9808" y="1938528"/>
            <a:ext cx="4251960" cy="0"/>
          </a:xfrm>
          <a:prstGeom prst="line">
            <a:avLst/>
          </a:prstGeom>
          <a:noFill/>
          <a:ln w="15240">
            <a:solidFill>
              <a:srgbClr val="050505">
                <a:alpha val="6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36208" y="1115568"/>
            <a:ext cx="0" cy="4498848"/>
          </a:xfrm>
          <a:prstGeom prst="line">
            <a:avLst/>
          </a:prstGeom>
          <a:noFill/>
          <a:ln w="12700">
            <a:solidFill>
              <a:srgbClr val="A7A7A7">
                <a:alpha val="5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2121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核心结论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2624328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应用正在从工具采购转向流程重构，真正的价值来自业务场景、数据闭环和组织协同。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768096" y="3438144"/>
            <a:ext cx="73152" cy="73152"/>
          </a:xfrm>
          <a:prstGeom prst="ellipse">
            <a:avLst/>
          </a:prstGeom>
          <a:solidFill>
            <a:srgbClr val="05050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33832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从单点工具进入流程级改造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768096" y="3730752"/>
            <a:ext cx="73152" cy="73152"/>
          </a:xfrm>
          <a:prstGeom prst="ellipse">
            <a:avLst/>
          </a:prstGeom>
          <a:solidFill>
            <a:srgbClr val="4A4A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" y="36758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高频知识工作先出现回报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768096" y="4023360"/>
            <a:ext cx="73152" cy="73152"/>
          </a:xfrm>
          <a:prstGeom prst="ellipse">
            <a:avLst/>
          </a:prstGeom>
          <a:solidFill>
            <a:srgbClr val="05050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688" y="39684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治理和复用能力决定放大速度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713232" y="4736592"/>
            <a:ext cx="1353312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66000"/>
            </a:srgbClr>
          </a:solidFill>
          <a:ln w="12700">
            <a:solidFill>
              <a:srgbClr val="050505">
                <a:alpha val="64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1248" y="4828032"/>
            <a:ext cx="1097280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41248" y="5097231"/>
            <a:ext cx="1097280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企业已进入试点</a:t>
            </a:r>
            <a:endParaRPr lang="en-US" sz="760" dirty="0"/>
          </a:p>
        </p:txBody>
      </p:sp>
      <p:sp>
        <p:nvSpPr>
          <p:cNvPr id="20" name="Shape 17"/>
          <p:cNvSpPr/>
          <p:nvPr/>
        </p:nvSpPr>
        <p:spPr>
          <a:xfrm>
            <a:off x="2395728" y="4736592"/>
            <a:ext cx="1353312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66000"/>
            </a:srgbClr>
          </a:solidFill>
          <a:ln w="12700">
            <a:solidFill>
              <a:srgbClr val="4A4A4A">
                <a:alpha val="64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23744" y="4828032"/>
            <a:ext cx="1097280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3x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2523744" y="5097231"/>
            <a:ext cx="1097280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高频任务提效</a:t>
            </a:r>
            <a:endParaRPr lang="en-US" sz="760" dirty="0"/>
          </a:p>
        </p:txBody>
      </p:sp>
      <p:sp>
        <p:nvSpPr>
          <p:cNvPr id="23" name="Shape 20"/>
          <p:cNvSpPr/>
          <p:nvPr/>
        </p:nvSpPr>
        <p:spPr>
          <a:xfrm>
            <a:off x="4078224" y="4736592"/>
            <a:ext cx="1353312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66000"/>
            </a:srgbClr>
          </a:solidFill>
          <a:ln w="12700">
            <a:solidFill>
              <a:srgbClr val="050505">
                <a:alpha val="64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06240" y="4828032"/>
            <a:ext cx="1097280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206240" y="5097231"/>
            <a:ext cx="1097280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规模化落地窗口</a:t>
            </a:r>
            <a:endParaRPr lang="en-US" sz="760" dirty="0"/>
          </a:p>
        </p:txBody>
      </p:sp>
      <p:sp>
        <p:nvSpPr>
          <p:cNvPr id="26" name="Text 23"/>
          <p:cNvSpPr/>
          <p:nvPr/>
        </p:nvSpPr>
        <p:spPr>
          <a:xfrm>
            <a:off x="6720840" y="13350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720840" y="1719072"/>
            <a:ext cx="3730752" cy="0"/>
          </a:xfrm>
          <a:prstGeom prst="line">
            <a:avLst/>
          </a:prstGeom>
          <a:noFill/>
          <a:ln w="15240">
            <a:solidFill>
              <a:srgbClr val="050505">
                <a:alpha val="65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647688" y="4151376"/>
            <a:ext cx="3730752" cy="0"/>
          </a:xfrm>
          <a:prstGeom prst="line">
            <a:avLst/>
          </a:prstGeom>
          <a:noFill/>
          <a:ln w="12700">
            <a:solidFill>
              <a:srgbClr val="A7A7A7">
                <a:alpha val="7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848856" y="3283428"/>
            <a:ext cx="681228" cy="867948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12280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</a:t>
            </a:r>
            <a:endParaRPr lang="en-US" sz="680" dirty="0"/>
          </a:p>
        </p:txBody>
      </p:sp>
      <p:sp>
        <p:nvSpPr>
          <p:cNvPr id="31" name="Shape 28"/>
          <p:cNvSpPr/>
          <p:nvPr/>
        </p:nvSpPr>
        <p:spPr>
          <a:xfrm>
            <a:off x="7731252" y="2828788"/>
            <a:ext cx="681228" cy="132258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694676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</a:t>
            </a:r>
            <a:endParaRPr lang="en-US" sz="680" dirty="0"/>
          </a:p>
        </p:txBody>
      </p:sp>
      <p:sp>
        <p:nvSpPr>
          <p:cNvPr id="33" name="Shape 30"/>
          <p:cNvSpPr/>
          <p:nvPr/>
        </p:nvSpPr>
        <p:spPr>
          <a:xfrm>
            <a:off x="8613648" y="2539472"/>
            <a:ext cx="681228" cy="1611904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577072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</a:t>
            </a:r>
            <a:endParaRPr lang="en-US" sz="680" dirty="0"/>
          </a:p>
        </p:txBody>
      </p:sp>
      <p:sp>
        <p:nvSpPr>
          <p:cNvPr id="35" name="Shape 32"/>
          <p:cNvSpPr/>
          <p:nvPr/>
        </p:nvSpPr>
        <p:spPr>
          <a:xfrm>
            <a:off x="9496044" y="2270821"/>
            <a:ext cx="681228" cy="1880555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459468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6720840" y="5157216"/>
            <a:ext cx="475488" cy="0"/>
          </a:xfrm>
          <a:prstGeom prst="line">
            <a:avLst/>
          </a:prstGeom>
          <a:noFill/>
          <a:ln w="19050">
            <a:solidFill>
              <a:srgbClr val="050505">
                <a:alpha val="9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342632" y="506577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39" name="Text 36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简约高级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简约高级</dc:title>
  <dc:subject>Editable style candidate sample</dc:subject>
  <dc:creator>Codex</dc:creator>
  <cp:lastModifiedBy>Codex</cp:lastModifiedBy>
  <cp:revision>1</cp:revision>
  <dcterms:created xsi:type="dcterms:W3CDTF">2026-05-07T04:13:39Z</dcterms:created>
  <dcterms:modified xsi:type="dcterms:W3CDTF">2026-05-07T04:13:39Z</dcterms:modified>
</cp:coreProperties>
</file>