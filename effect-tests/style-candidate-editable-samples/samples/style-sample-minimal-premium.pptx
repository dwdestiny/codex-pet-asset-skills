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minimal-prem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董事会简报样张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13232" y="1938528"/>
            <a:ext cx="4434840" cy="0"/>
          </a:xfrm>
          <a:prstGeom prst="line">
            <a:avLst/>
          </a:prstGeom>
          <a:noFill/>
          <a:ln w="12700">
            <a:solidFill>
              <a:srgbClr val="050505">
                <a:alpha val="45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36208" y="1115568"/>
            <a:ext cx="0" cy="4498848"/>
          </a:xfrm>
          <a:prstGeom prst="line">
            <a:avLst/>
          </a:prstGeom>
          <a:noFill/>
          <a:ln w="12700">
            <a:solidFill>
              <a:srgbClr val="A7A7A7">
                <a:alpha val="5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2128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核心结论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" y="2688336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应用正在从工具采购转向流程重构，真正的价值来自业务场景、数据闭环和组织协同。</a:t>
            </a:r>
            <a:endParaRPr lang="en-US" sz="1110" dirty="0"/>
          </a:p>
        </p:txBody>
      </p:sp>
      <p:sp>
        <p:nvSpPr>
          <p:cNvPr id="11" name="Shape 8"/>
          <p:cNvSpPr/>
          <p:nvPr/>
        </p:nvSpPr>
        <p:spPr>
          <a:xfrm>
            <a:off x="786384" y="3694176"/>
            <a:ext cx="73152" cy="73152"/>
          </a:xfrm>
          <a:prstGeom prst="ellipse">
            <a:avLst/>
          </a:prstGeom>
          <a:solidFill>
            <a:srgbClr val="05050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363931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从单点工具进入流程级改造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786384" y="4005072"/>
            <a:ext cx="73152" cy="73152"/>
          </a:xfrm>
          <a:prstGeom prst="ellipse">
            <a:avLst/>
          </a:prstGeom>
          <a:solidFill>
            <a:srgbClr val="4A4A4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50976" y="395020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高频知识工作先出现回报</a:t>
            </a:r>
            <a:endParaRPr lang="en-US" sz="830" dirty="0"/>
          </a:p>
        </p:txBody>
      </p:sp>
      <p:sp>
        <p:nvSpPr>
          <p:cNvPr id="15" name="Shape 12"/>
          <p:cNvSpPr/>
          <p:nvPr/>
        </p:nvSpPr>
        <p:spPr>
          <a:xfrm>
            <a:off x="786384" y="4315968"/>
            <a:ext cx="73152" cy="73152"/>
          </a:xfrm>
          <a:prstGeom prst="ellipse">
            <a:avLst/>
          </a:prstGeom>
          <a:solidFill>
            <a:srgbClr val="05050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0976" y="426110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治理和复用能力决定放大速度</a:t>
            </a:r>
            <a:endParaRPr lang="en-US" sz="830" dirty="0"/>
          </a:p>
        </p:txBody>
      </p:sp>
      <p:sp>
        <p:nvSpPr>
          <p:cNvPr id="17" name="Shape 14"/>
          <p:cNvSpPr/>
          <p:nvPr/>
        </p:nvSpPr>
        <p:spPr>
          <a:xfrm>
            <a:off x="749808" y="4828032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5F5F2">
              <a:alpha val="66000"/>
            </a:srgbClr>
          </a:solidFill>
          <a:ln w="12700">
            <a:solidFill>
              <a:srgbClr val="050505">
                <a:alpha val="52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7824" y="4919472"/>
            <a:ext cx="978408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77824" y="5209885"/>
            <a:ext cx="978408" cy="171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2377440" y="4828032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5F5F2">
              <a:alpha val="66000"/>
            </a:srgbClr>
          </a:solidFill>
          <a:ln w="12700">
            <a:solidFill>
              <a:srgbClr val="4A4A4A">
                <a:alpha val="52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505456" y="4919472"/>
            <a:ext cx="978408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A4A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2505456" y="5209885"/>
            <a:ext cx="978408" cy="171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4005072" y="4828032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5F5F2">
              <a:alpha val="66000"/>
            </a:srgbClr>
          </a:solidFill>
          <a:ln w="12700">
            <a:solidFill>
              <a:srgbClr val="050505">
                <a:alpha val="52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133088" y="4919472"/>
            <a:ext cx="978408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133088" y="5209885"/>
            <a:ext cx="978408" cy="171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60" dirty="0"/>
          </a:p>
        </p:txBody>
      </p:sp>
      <p:sp>
        <p:nvSpPr>
          <p:cNvPr id="26" name="Text 23"/>
          <p:cNvSpPr/>
          <p:nvPr/>
        </p:nvSpPr>
        <p:spPr>
          <a:xfrm>
            <a:off x="6784848" y="124358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784848" y="1682496"/>
            <a:ext cx="3456432" cy="0"/>
          </a:xfrm>
          <a:prstGeom prst="line">
            <a:avLst/>
          </a:prstGeom>
          <a:noFill/>
          <a:ln w="12700">
            <a:solidFill>
              <a:srgbClr val="050505">
                <a:alpha val="4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20840" y="4032504"/>
            <a:ext cx="3703320" cy="0"/>
          </a:xfrm>
          <a:prstGeom prst="line">
            <a:avLst/>
          </a:prstGeom>
          <a:noFill/>
          <a:ln w="12700">
            <a:solidFill>
              <a:srgbClr val="A7A7A7">
                <a:alpha val="70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922008" y="3153034"/>
            <a:ext cx="674370" cy="879470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85432" y="4160520"/>
            <a:ext cx="74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</a:t>
            </a:r>
            <a:endParaRPr lang="en-US" sz="680" dirty="0"/>
          </a:p>
        </p:txBody>
      </p:sp>
      <p:sp>
        <p:nvSpPr>
          <p:cNvPr id="31" name="Shape 28"/>
          <p:cNvSpPr/>
          <p:nvPr/>
        </p:nvSpPr>
        <p:spPr>
          <a:xfrm>
            <a:off x="7797546" y="2692359"/>
            <a:ext cx="674370" cy="1340145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60970" y="4160520"/>
            <a:ext cx="74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8673084" y="2399203"/>
            <a:ext cx="674370" cy="1633301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636508" y="4160520"/>
            <a:ext cx="74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9548622" y="2126986"/>
            <a:ext cx="674370" cy="1905518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512046" y="4160520"/>
            <a:ext cx="74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</a:t>
            </a:r>
            <a:endParaRPr lang="en-US" sz="680" dirty="0"/>
          </a:p>
        </p:txBody>
      </p:sp>
      <p:sp>
        <p:nvSpPr>
          <p:cNvPr id="37" name="Shape 34"/>
          <p:cNvSpPr/>
          <p:nvPr/>
        </p:nvSpPr>
        <p:spPr>
          <a:xfrm>
            <a:off x="6784848" y="4901184"/>
            <a:ext cx="475488" cy="0"/>
          </a:xfrm>
          <a:prstGeom prst="line">
            <a:avLst/>
          </a:prstGeom>
          <a:noFill/>
          <a:ln w="19050">
            <a:solidFill>
              <a:srgbClr val="050505">
                <a:alpha val="90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406640" y="480974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简约高级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简约高级</dc:title>
  <dc:subject>Editable style candidate sample</dc:subject>
  <dc:creator>Codex</dc:creator>
  <cp:lastModifiedBy>Codex</cp:lastModifiedBy>
  <cp:revision>1</cp:revision>
  <dcterms:created xsi:type="dcterms:W3CDTF">2026-05-07T03:44:05Z</dcterms:created>
  <dcterms:modified xsi:type="dcterms:W3CDTF">2026-05-07T03:44:05Z</dcterms:modified>
</cp:coreProperties>
</file>