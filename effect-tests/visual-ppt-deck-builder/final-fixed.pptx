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749808"/>
            <a:ext cx="658368" cy="109728"/>
          </a:xfrm>
          <a:prstGeom prst="rect">
            <a:avLst/>
          </a:prstGeom>
          <a:solidFill>
            <a:srgbClr val="E85D4F"/>
          </a:solidFill>
          <a:ln w="12700">
            <a:solidFill>
              <a:srgbClr val="E85D4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87552"/>
            <a:ext cx="6172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普通人如何用 Codex 把一个想法变成可交付的视觉方案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852928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不是多聊几句，而是把主题、大纲、风格、页面、素材和最终文件一口气推进到能交付。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269480" y="822960"/>
            <a:ext cx="3703320" cy="4892040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0E9AA7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62672" y="1234440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33502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247888" y="13075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62672" y="1993392"/>
            <a:ext cx="384048" cy="384048"/>
          </a:xfrm>
          <a:prstGeom prst="ellipse">
            <a:avLst/>
          </a:prstGeom>
          <a:solidFill>
            <a:srgbClr val="E85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99248" y="209397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247888" y="206654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62672" y="2752344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99248" y="285292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8247888" y="282549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62672" y="3511296"/>
            <a:ext cx="384048" cy="384048"/>
          </a:xfrm>
          <a:prstGeom prst="ellipse">
            <a:avLst/>
          </a:prstGeom>
          <a:solidFill>
            <a:srgbClr val="E85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9248" y="36118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8247888" y="35844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45552" y="1627632"/>
            <a:ext cx="0" cy="2212848"/>
          </a:xfrm>
          <a:prstGeom prst="line">
            <a:avLst/>
          </a:prstGeom>
          <a:noFill/>
          <a:ln w="12700">
            <a:solidFill>
              <a:srgbClr val="0E9AA7">
                <a:alpha val="7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62672" y="47091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to visual delivery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1/8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多数想法不是没价值，是没有被推进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94944" y="14173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普通人真正卡住的地方，往往不是灵感，而是下一步不知道怎么落到文件和画面。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788920"/>
            <a:ext cx="475488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表达还很虚：不知道该讲给谁、解决什么问题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风格没有锚点：一会儿想高级，一会儿想活泼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交付物不完整：只有聊天记录，没有 PPT、素材和说明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验收标准模糊：不知道什么时候算做好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353312"/>
            <a:ext cx="4480560" cy="416052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0E9AA7">
                <a:alpha val="4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2/8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的作用：把模糊意图拆成可确认动作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94944" y="14173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它不是替你做审美决定，而是帮你把每一步变成可以检查的产物。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788920"/>
            <a:ext cx="475488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先确认主题、受众、场景和语气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再确认大纲，让故事顺序先站住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 5 套风格候选逼出审美选择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逐页规划内容、图表、素材和验收点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最后生成可编辑 PPTX 和交付记录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353312"/>
            <a:ext cx="4480560" cy="416052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0E9AA7">
                <a:alpha val="4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3/8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从一句话到视觉方案的 6 个动作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24128" y="3429000"/>
            <a:ext cx="98298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" y="3273552"/>
            <a:ext cx="292608" cy="29260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主题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" y="4114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一句话变成清楚的受众、场景和目标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24912" y="3273552"/>
            <a:ext cx="292608" cy="292608"/>
          </a:xfrm>
          <a:prstGeom prst="ellipse">
            <a:avLst/>
          </a:prstGeom>
          <a:solidFill>
            <a:srgbClr val="E85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9696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故事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48256" y="4114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先定章节，不急着做页面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36008" y="3273552"/>
            <a:ext cx="292608" cy="29260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50792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59352" y="4114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用候选图收束审美方向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47104" y="3273552"/>
            <a:ext cx="292608" cy="292608"/>
          </a:xfrm>
          <a:prstGeom prst="ellipse">
            <a:avLst/>
          </a:prstGeom>
          <a:solidFill>
            <a:srgbClr val="E85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页面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70448" y="4114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每页写清标题、证据和视觉对象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458200" y="3273552"/>
            <a:ext cx="292608" cy="29260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72984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素材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81544" y="4114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背景、透明素材、图表分层生成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369296" y="3273552"/>
            <a:ext cx="292608" cy="292608"/>
          </a:xfrm>
          <a:prstGeom prst="ellipse">
            <a:avLst/>
          </a:prstGeom>
          <a:solidFill>
            <a:srgbClr val="E85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交付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92640" y="4114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输出 PPTX、spec 和测试报告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4/8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三种做法的差别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3139440" cy="416052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E9AA7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883664"/>
            <a:ext cx="273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传统做法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2542032"/>
            <a:ext cx="27371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找参考、写文案、做设计、改格式都靠人硬扛。质量可以高，但启动成本重。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5008" y="1600200"/>
            <a:ext cx="3139440" cy="416052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85D4F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6176" y="1883664"/>
            <a:ext cx="273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纯聊天 AI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56176" y="2542032"/>
            <a:ext cx="27371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能快速出想法和文案，但经常停在文字层，最后还要自己搬到工具里。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7056" y="1600200"/>
            <a:ext cx="3139440" cy="416052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E9AA7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8224" y="1883664"/>
            <a:ext cx="273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工作流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88224" y="2542032"/>
            <a:ext cx="27371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把讨论、生成、文件、验证和复盘串起来。关键优势是能落到交付物。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5/8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普通人负责判断，Codex 负责推进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94944" y="14173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这套方法不是把创意外包，而是把重复搬运、格式整理、产物生成和验收记录交给工具。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788920"/>
            <a:ext cx="475488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人负责：目标、取舍、审美判断、最终是否能用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负责：拆任务、写草稿、做素材、生成文件、跑检查</a:t>
            </a:r>
            <a:endParaRPr lang="en-US" sz="1400" dirty="0"/>
          </a:p>
          <a:p>
            <a:r>
              <a:rPr lang="en-US" sz="14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协作重点：每一步都留下可复核的文件，而不是口头感觉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353312"/>
            <a:ext cx="4480560" cy="416052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0E9AA7">
                <a:alpha val="4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6/8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一次小项目的时间应该花在哪里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94944" y="13258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示意口径：更高比例应放在确认、风格选择和验收上，制作搬运由工具压缩。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5532120"/>
            <a:ext cx="10012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3268980"/>
            <a:ext cx="1797710" cy="22631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976372"/>
            <a:ext cx="17977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5696712"/>
            <a:ext cx="1797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主题确认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3862" y="2766060"/>
            <a:ext cx="1797710" cy="2766060"/>
          </a:xfrm>
          <a:prstGeom prst="rect">
            <a:avLst/>
          </a:prstGeom>
          <a:solidFill>
            <a:srgbClr val="E85D4F"/>
          </a:solidFill>
          <a:ln w="12700">
            <a:solidFill>
              <a:srgbClr val="E85D4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3862" y="2473452"/>
            <a:ext cx="17977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3862" y="5696712"/>
            <a:ext cx="1797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风格选择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67605" y="3017520"/>
            <a:ext cx="1797710" cy="25146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7605" y="2724912"/>
            <a:ext cx="17977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67605" y="5696712"/>
            <a:ext cx="1797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页面规划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21347" y="3520440"/>
            <a:ext cx="1797710" cy="2011680"/>
          </a:xfrm>
          <a:prstGeom prst="rect">
            <a:avLst/>
          </a:prstGeom>
          <a:solidFill>
            <a:srgbClr val="E85D4F"/>
          </a:solidFill>
          <a:ln w="12700">
            <a:solidFill>
              <a:srgbClr val="E85D4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21347" y="3227832"/>
            <a:ext cx="17977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21347" y="5696712"/>
            <a:ext cx="1797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制作生成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75090" y="2514600"/>
            <a:ext cx="1797710" cy="30175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75090" y="2221992"/>
            <a:ext cx="17977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75090" y="5696712"/>
            <a:ext cx="1797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验收修订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7/8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43000"/>
            <a:ext cx="10241280" cy="438912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E9AA7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202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下一步：从一个小主题跑完整闭环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78992" y="29718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别从巨大的项目开始。拿一个 8 页以内的小主题，跑通主题、大纲、风格、PPTX、素材和测试报告。完成一次，比收藏十个教程更有用。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普通人如何用 Codex 把一个想法变成可交付的视觉方案</dc:title>
  <dc:subject>从一句模糊想法，到可编辑 PPTX、视觉素材和验收记录</dc:subject>
  <dc:creator>Codex effect test</dc:creator>
  <cp:lastModifiedBy>Codex effect test</cp:lastModifiedBy>
  <cp:revision>1</cp:revision>
  <dcterms:created xsi:type="dcterms:W3CDTF">2026-05-06T14:21:34Z</dcterms:created>
  <dcterms:modified xsi:type="dcterms:W3CDTF">2026-05-06T14:21:34Z</dcterms:modified>
</cp:coreProperties>
</file>